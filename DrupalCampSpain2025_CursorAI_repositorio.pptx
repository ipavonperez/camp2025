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Lst>
  <p:notesMasterIdLst>
    <p:notesMasterId r:id="rId52"/>
  </p:notesMasterIdLst>
  <p:sldIdLst>
    <p:sldId id="256" r:id="rId8"/>
    <p:sldId id="257" r:id="rId9"/>
    <p:sldId id="258" r:id="rId10"/>
    <p:sldId id="259" r:id="rId11"/>
    <p:sldId id="260" r:id="rId12"/>
    <p:sldId id="261" r:id="rId13"/>
    <p:sldId id="262" r:id="rId14"/>
    <p:sldId id="263" r:id="rId15"/>
    <p:sldId id="264" r:id="rId16"/>
    <p:sldId id="299"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301" r:id="rId38"/>
    <p:sldId id="300" r:id="rId39"/>
    <p:sldId id="286" r:id="rId40"/>
    <p:sldId id="287" r:id="rId41"/>
    <p:sldId id="288" r:id="rId42"/>
    <p:sldId id="289" r:id="rId43"/>
    <p:sldId id="290" r:id="rId44"/>
    <p:sldId id="291" r:id="rId45"/>
    <p:sldId id="292" r:id="rId46"/>
    <p:sldId id="293" r:id="rId47"/>
    <p:sldId id="294" r:id="rId48"/>
    <p:sldId id="295" r:id="rId49"/>
    <p:sldId id="298" r:id="rId50"/>
    <p:sldId id="296" r:id="rId51"/>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F6F2"/>
    <a:srgbClr val="2591BF"/>
    <a:srgbClr val="E74C3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1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heme" Target="theme/theme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presProps" Target="presProps.xml"/><Relationship Id="rId5" Type="http://schemas.openxmlformats.org/officeDocument/2006/relationships/slideMaster" Target="slideMasters/slideMaster5.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tableStyles" Target="tableStyles.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slideMaster" Target="slideMasters/slideMaster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9"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s-ES" sz="4400" b="0" strike="noStrike" spc="-1">
                <a:solidFill>
                  <a:srgbClr val="000000"/>
                </a:solidFill>
                <a:latin typeface="Arial"/>
              </a:rPr>
              <a:t>Pulse para desplazar la diapositiva</a:t>
            </a:r>
          </a:p>
        </p:txBody>
      </p:sp>
      <p:sp>
        <p:nvSpPr>
          <p:cNvPr id="50"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s-ES" sz="2000" b="0" strike="noStrike" spc="-1">
                <a:solidFill>
                  <a:srgbClr val="000000"/>
                </a:solidFill>
                <a:latin typeface="Arial"/>
              </a:rPr>
              <a:t>Pulse para editar el formato de las notas</a:t>
            </a:r>
          </a:p>
        </p:txBody>
      </p:sp>
      <p:sp>
        <p:nvSpPr>
          <p:cNvPr id="51"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s-ES" sz="1400" b="0" strike="noStrike" spc="-1">
                <a:solidFill>
                  <a:srgbClr val="000000"/>
                </a:solidFill>
                <a:latin typeface="Times New Roman"/>
              </a:rPr>
              <a:t>&lt;cabecera&gt;</a:t>
            </a:r>
          </a:p>
        </p:txBody>
      </p:sp>
      <p:sp>
        <p:nvSpPr>
          <p:cNvPr id="52" name="PlaceHolder 4"/>
          <p:cNvSpPr>
            <a:spLocks noGrp="1"/>
          </p:cNvSpPr>
          <p:nvPr>
            <p:ph type="dt" idx="22"/>
          </p:nvPr>
        </p:nvSpPr>
        <p:spPr>
          <a:xfrm>
            <a:off x="4278960" y="0"/>
            <a:ext cx="3280680" cy="534240"/>
          </a:xfrm>
          <a:prstGeom prst="rect">
            <a:avLst/>
          </a:prstGeom>
          <a:noFill/>
          <a:ln w="0">
            <a:noFill/>
          </a:ln>
        </p:spPr>
        <p:txBody>
          <a:bodyPr lIns="0" tIns="0" rIns="0" bIns="0" anchor="t">
            <a:noAutofit/>
          </a:bodyPr>
          <a:lstStyle>
            <a:lvl1pPr indent="0" algn="r">
              <a:buNone/>
              <a:defRPr lang="es-ES" sz="1400" b="0" strike="noStrike" spc="-1">
                <a:solidFill>
                  <a:srgbClr val="000000"/>
                </a:solidFill>
                <a:latin typeface="Times New Roman"/>
              </a:defRPr>
            </a:lvl1pPr>
          </a:lstStyle>
          <a:p>
            <a:pPr indent="0" algn="r">
              <a:buNone/>
            </a:pPr>
            <a:r>
              <a:rPr lang="es-ES" sz="1400" b="0" strike="noStrike" spc="-1">
                <a:solidFill>
                  <a:srgbClr val="000000"/>
                </a:solidFill>
                <a:latin typeface="Times New Roman"/>
              </a:rPr>
              <a:t>&lt;fecha/hora&gt;</a:t>
            </a:r>
          </a:p>
        </p:txBody>
      </p:sp>
      <p:sp>
        <p:nvSpPr>
          <p:cNvPr id="53" name="PlaceHolder 5"/>
          <p:cNvSpPr>
            <a:spLocks noGrp="1"/>
          </p:cNvSpPr>
          <p:nvPr>
            <p:ph type="ftr" idx="23"/>
          </p:nvPr>
        </p:nvSpPr>
        <p:spPr>
          <a:xfrm>
            <a:off x="0" y="10157400"/>
            <a:ext cx="3280680" cy="534240"/>
          </a:xfrm>
          <a:prstGeom prst="rect">
            <a:avLst/>
          </a:prstGeom>
          <a:noFill/>
          <a:ln w="0">
            <a:noFill/>
          </a:ln>
        </p:spPr>
        <p:txBody>
          <a:bodyPr lIns="0" tIns="0" rIns="0" bIns="0" anchor="b">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&lt;pie de página&gt;</a:t>
            </a:r>
          </a:p>
        </p:txBody>
      </p:sp>
      <p:sp>
        <p:nvSpPr>
          <p:cNvPr id="54" name="PlaceHolder 6"/>
          <p:cNvSpPr>
            <a:spLocks noGrp="1"/>
          </p:cNvSpPr>
          <p:nvPr>
            <p:ph type="sldNum" idx="24"/>
          </p:nvPr>
        </p:nvSpPr>
        <p:spPr>
          <a:xfrm>
            <a:off x="4278960" y="10157400"/>
            <a:ext cx="3280680" cy="534240"/>
          </a:xfrm>
          <a:prstGeom prst="rect">
            <a:avLst/>
          </a:prstGeom>
          <a:noFill/>
          <a:ln w="0">
            <a:noFill/>
          </a:ln>
        </p:spPr>
        <p:txBody>
          <a:bodyPr lIns="0" tIns="0" rIns="0" bIns="0" anchor="b">
            <a:noAutofit/>
          </a:bodyPr>
          <a:lstStyle>
            <a:lvl1pPr indent="0" algn="r">
              <a:buNone/>
              <a:defRPr lang="es-ES" sz="1400" b="0" strike="noStrike" spc="-1">
                <a:solidFill>
                  <a:srgbClr val="000000"/>
                </a:solidFill>
                <a:latin typeface="Times New Roman"/>
              </a:defRPr>
            </a:lvl1pPr>
          </a:lstStyle>
          <a:p>
            <a:pPr indent="0" algn="r">
              <a:buNone/>
            </a:pPr>
            <a:fld id="{47A5FE1C-D3DB-4D7A-ACCE-4E171305C3B7}" type="slidenum">
              <a:rPr lang="es-ES" sz="1400" b="0" strike="noStrike" spc="-1">
                <a:solidFill>
                  <a:srgbClr val="000000"/>
                </a:solidFill>
                <a:latin typeface="Times New Roman"/>
              </a:rPr>
              <a:t>‹Nº›</a:t>
            </a:fld>
            <a:endParaRPr lang="es-E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noRot="1" noChangeAspect="1"/>
          </p:cNvSpPr>
          <p:nvPr>
            <p:ph type="sldImg"/>
          </p:nvPr>
        </p:nvSpPr>
        <p:spPr>
          <a:xfrm>
            <a:off x="689040" y="1143000"/>
            <a:ext cx="5469120" cy="3075120"/>
          </a:xfrm>
          <a:prstGeom prst="rect">
            <a:avLst/>
          </a:prstGeom>
          <a:ln w="0">
            <a:noFill/>
          </a:ln>
        </p:spPr>
      </p:sp>
      <p:sp>
        <p:nvSpPr>
          <p:cNvPr id="388"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Portada / front page</a:t>
            </a:r>
            <a:endParaRPr lang="es-ES" sz="1200" b="0" strike="noStrike" spc="-1">
              <a:solidFill>
                <a:srgbClr val="000000"/>
              </a:solidFill>
              <a:latin typeface="Arial"/>
            </a:endParaRPr>
          </a:p>
        </p:txBody>
      </p:sp>
      <p:sp>
        <p:nvSpPr>
          <p:cNvPr id="389" name="PlaceHolder 3"/>
          <p:cNvSpPr>
            <a:spLocks noGrp="1"/>
          </p:cNvSpPr>
          <p:nvPr>
            <p:ph type="sldNum" idx="25"/>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B32B0D17-743D-4078-BBBF-645955FC8DCC}" type="slidenum">
              <a:rPr lang="es-ES" sz="1200" b="0" strike="noStrike" spc="-1">
                <a:solidFill>
                  <a:srgbClr val="000000"/>
                </a:solidFill>
                <a:latin typeface="Times New Roman"/>
                <a:ea typeface="+mn-ea"/>
              </a:rPr>
              <a:t>1</a:t>
            </a:fld>
            <a:endParaRPr lang="es-ES"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noRot="1" noChangeAspect="1"/>
          </p:cNvSpPr>
          <p:nvPr>
            <p:ph type="sldImg"/>
          </p:nvPr>
        </p:nvSpPr>
        <p:spPr>
          <a:xfrm>
            <a:off x="689040" y="1143000"/>
            <a:ext cx="5469120" cy="3075120"/>
          </a:xfrm>
          <a:prstGeom prst="rect">
            <a:avLst/>
          </a:prstGeom>
          <a:ln w="0">
            <a:noFill/>
          </a:ln>
        </p:spPr>
      </p:sp>
      <p:sp>
        <p:nvSpPr>
          <p:cNvPr id="391"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Índice de contenidos / contents index</a:t>
            </a:r>
            <a:endParaRPr lang="es-ES" sz="1200" b="0" strike="noStrike" spc="-1">
              <a:solidFill>
                <a:srgbClr val="000000"/>
              </a:solidFill>
              <a:latin typeface="Arial"/>
            </a:endParaRPr>
          </a:p>
        </p:txBody>
      </p:sp>
      <p:sp>
        <p:nvSpPr>
          <p:cNvPr id="392" name="PlaceHolder 3"/>
          <p:cNvSpPr>
            <a:spLocks noGrp="1"/>
          </p:cNvSpPr>
          <p:nvPr>
            <p:ph type="sldNum" idx="26"/>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2F967074-BA23-4C6A-86E2-9FD2AF33112F}" type="slidenum">
              <a:rPr lang="es-ES" sz="1200" b="0" strike="noStrike" spc="-1">
                <a:solidFill>
                  <a:srgbClr val="000000"/>
                </a:solidFill>
                <a:latin typeface="Times New Roman"/>
                <a:ea typeface="+mn-ea"/>
              </a:rPr>
              <a:t>2</a:t>
            </a:fld>
            <a:endParaRPr lang="es-E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 name="PlaceHolder 1"/>
          <p:cNvSpPr>
            <a:spLocks noGrp="1" noRot="1" noChangeAspect="1"/>
          </p:cNvSpPr>
          <p:nvPr>
            <p:ph type="sldImg"/>
          </p:nvPr>
        </p:nvSpPr>
        <p:spPr>
          <a:xfrm>
            <a:off x="685800" y="1143000"/>
            <a:ext cx="5475240" cy="3075120"/>
          </a:xfrm>
          <a:prstGeom prst="rect">
            <a:avLst/>
          </a:prstGeom>
          <a:ln w="0">
            <a:noFill/>
          </a:ln>
        </p:spPr>
      </p:sp>
      <p:sp>
        <p:nvSpPr>
          <p:cNvPr id="394"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1 / Separator model 1</a:t>
            </a:r>
            <a:endParaRPr lang="es-ES" sz="1200" b="0" strike="noStrike" spc="-1">
              <a:solidFill>
                <a:srgbClr val="000000"/>
              </a:solidFill>
              <a:latin typeface="Arial"/>
            </a:endParaRPr>
          </a:p>
        </p:txBody>
      </p:sp>
      <p:sp>
        <p:nvSpPr>
          <p:cNvPr id="395" name="PlaceHolder 3"/>
          <p:cNvSpPr>
            <a:spLocks noGrp="1"/>
          </p:cNvSpPr>
          <p:nvPr>
            <p:ph type="sldNum" idx="27"/>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848ADD04-57EF-4CCB-99C4-66528DD28B0A}" type="slidenum">
              <a:rPr lang="es-ES" sz="1200" b="0" strike="noStrike" spc="-1">
                <a:solidFill>
                  <a:srgbClr val="000000"/>
                </a:solidFill>
                <a:latin typeface="Times New Roman"/>
                <a:ea typeface="+mn-ea"/>
              </a:rPr>
              <a:t>3</a:t>
            </a:fld>
            <a:endParaRPr lang="es-ES" sz="12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 name="PlaceHolder 1"/>
          <p:cNvSpPr>
            <a:spLocks noGrp="1" noRot="1" noChangeAspect="1"/>
          </p:cNvSpPr>
          <p:nvPr>
            <p:ph type="sldImg"/>
          </p:nvPr>
        </p:nvSpPr>
        <p:spPr>
          <a:xfrm>
            <a:off x="685800" y="1143000"/>
            <a:ext cx="5475240" cy="3075120"/>
          </a:xfrm>
          <a:prstGeom prst="rect">
            <a:avLst/>
          </a:prstGeom>
          <a:ln w="0">
            <a:noFill/>
          </a:ln>
        </p:spPr>
      </p:sp>
      <p:sp>
        <p:nvSpPr>
          <p:cNvPr id="397"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2 / Separator model 2</a:t>
            </a:r>
            <a:endParaRPr lang="es-ES" sz="1200" b="0" strike="noStrike" spc="-1">
              <a:solidFill>
                <a:srgbClr val="000000"/>
              </a:solidFill>
              <a:latin typeface="Arial"/>
            </a:endParaRPr>
          </a:p>
        </p:txBody>
      </p:sp>
      <p:sp>
        <p:nvSpPr>
          <p:cNvPr id="398" name="PlaceHolder 3"/>
          <p:cNvSpPr>
            <a:spLocks noGrp="1"/>
          </p:cNvSpPr>
          <p:nvPr>
            <p:ph type="sldNum" idx="28"/>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FD020900-F034-4D27-A95A-A856D73B5A91}" type="slidenum">
              <a:rPr lang="es-ES" sz="1200" b="0" strike="noStrike" spc="-1">
                <a:solidFill>
                  <a:srgbClr val="000000"/>
                </a:solidFill>
                <a:latin typeface="Times New Roman"/>
                <a:ea typeface="+mn-ea"/>
              </a:rPr>
              <a:t>7</a:t>
            </a:fld>
            <a:endParaRPr lang="es-ES"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noRot="1" noChangeAspect="1"/>
          </p:cNvSpPr>
          <p:nvPr>
            <p:ph type="sldImg"/>
          </p:nvPr>
        </p:nvSpPr>
        <p:spPr>
          <a:xfrm>
            <a:off x="685800" y="1143000"/>
            <a:ext cx="5475240" cy="3075120"/>
          </a:xfrm>
          <a:prstGeom prst="rect">
            <a:avLst/>
          </a:prstGeom>
          <a:ln w="0">
            <a:noFill/>
          </a:ln>
        </p:spPr>
      </p:sp>
      <p:sp>
        <p:nvSpPr>
          <p:cNvPr id="400"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3 / Separator model 3</a:t>
            </a:r>
            <a:endParaRPr lang="es-ES" sz="1200" b="0" strike="noStrike" spc="-1">
              <a:solidFill>
                <a:srgbClr val="000000"/>
              </a:solidFill>
              <a:latin typeface="Arial"/>
            </a:endParaRPr>
          </a:p>
        </p:txBody>
      </p:sp>
      <p:sp>
        <p:nvSpPr>
          <p:cNvPr id="401" name="PlaceHolder 3"/>
          <p:cNvSpPr>
            <a:spLocks noGrp="1"/>
          </p:cNvSpPr>
          <p:nvPr>
            <p:ph type="sldNum" idx="29"/>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0D35FE4C-C828-4912-B734-18CBB275AA7F}" type="slidenum">
              <a:rPr lang="es-ES" sz="1200" b="0" strike="noStrike" spc="-1">
                <a:solidFill>
                  <a:srgbClr val="000000"/>
                </a:solidFill>
                <a:latin typeface="Times New Roman"/>
                <a:ea typeface="+mn-ea"/>
              </a:rPr>
              <a:t>11</a:t>
            </a:fld>
            <a:endParaRPr lang="es-ES"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 name="PlaceHolder 1"/>
          <p:cNvSpPr>
            <a:spLocks noGrp="1" noRot="1" noChangeAspect="1"/>
          </p:cNvSpPr>
          <p:nvPr>
            <p:ph type="sldImg"/>
          </p:nvPr>
        </p:nvSpPr>
        <p:spPr>
          <a:xfrm>
            <a:off x="685800" y="1143000"/>
            <a:ext cx="5475240" cy="3075120"/>
          </a:xfrm>
          <a:prstGeom prst="rect">
            <a:avLst/>
          </a:prstGeom>
          <a:ln w="0">
            <a:noFill/>
          </a:ln>
        </p:spPr>
      </p:sp>
      <p:sp>
        <p:nvSpPr>
          <p:cNvPr id="403"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4 / Separator model 4</a:t>
            </a:r>
            <a:endParaRPr lang="es-ES" sz="1200" b="0" strike="noStrike" spc="-1">
              <a:solidFill>
                <a:srgbClr val="000000"/>
              </a:solidFill>
              <a:latin typeface="Arial"/>
            </a:endParaRPr>
          </a:p>
        </p:txBody>
      </p:sp>
      <p:sp>
        <p:nvSpPr>
          <p:cNvPr id="404" name="PlaceHolder 3"/>
          <p:cNvSpPr>
            <a:spLocks noGrp="1"/>
          </p:cNvSpPr>
          <p:nvPr>
            <p:ph type="sldNum" idx="30"/>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2F590BEB-8AF2-4A61-9692-68311FC458AE}" type="slidenum">
              <a:rPr lang="es-ES" sz="1200" b="0" strike="noStrike" spc="-1">
                <a:solidFill>
                  <a:srgbClr val="000000"/>
                </a:solidFill>
                <a:latin typeface="Times New Roman"/>
                <a:ea typeface="+mn-ea"/>
              </a:rPr>
              <a:t>14</a:t>
            </a:fld>
            <a:endParaRPr lang="es-ES"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noRot="1" noChangeAspect="1"/>
          </p:cNvSpPr>
          <p:nvPr>
            <p:ph type="sldImg"/>
          </p:nvPr>
        </p:nvSpPr>
        <p:spPr>
          <a:xfrm>
            <a:off x="685800" y="1143000"/>
            <a:ext cx="5475240" cy="3075120"/>
          </a:xfrm>
          <a:prstGeom prst="rect">
            <a:avLst/>
          </a:prstGeom>
          <a:ln w="0">
            <a:noFill/>
          </a:ln>
        </p:spPr>
      </p:sp>
      <p:sp>
        <p:nvSpPr>
          <p:cNvPr id="406"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1 / Separator model 1</a:t>
            </a:r>
            <a:endParaRPr lang="es-ES" sz="1200" b="0" strike="noStrike" spc="-1">
              <a:solidFill>
                <a:srgbClr val="000000"/>
              </a:solidFill>
              <a:latin typeface="Arial"/>
            </a:endParaRPr>
          </a:p>
        </p:txBody>
      </p:sp>
      <p:sp>
        <p:nvSpPr>
          <p:cNvPr id="407" name="PlaceHolder 3"/>
          <p:cNvSpPr>
            <a:spLocks noGrp="1"/>
          </p:cNvSpPr>
          <p:nvPr>
            <p:ph type="sldNum" idx="31"/>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727F258B-09A5-4083-8244-ADE03E633041}" type="slidenum">
              <a:rPr lang="es-ES" sz="1200" b="0" strike="noStrike" spc="-1">
                <a:solidFill>
                  <a:srgbClr val="000000"/>
                </a:solidFill>
                <a:latin typeface="Times New Roman"/>
                <a:ea typeface="+mn-ea"/>
              </a:rPr>
              <a:t>16</a:t>
            </a:fld>
            <a:endParaRPr lang="es-ES" sz="12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PlaceHolder 1"/>
          <p:cNvSpPr>
            <a:spLocks noGrp="1" noRot="1" noChangeAspect="1"/>
          </p:cNvSpPr>
          <p:nvPr>
            <p:ph type="sldImg"/>
          </p:nvPr>
        </p:nvSpPr>
        <p:spPr>
          <a:xfrm>
            <a:off x="689040" y="1143000"/>
            <a:ext cx="5469120" cy="3075120"/>
          </a:xfrm>
          <a:prstGeom prst="rect">
            <a:avLst/>
          </a:prstGeom>
          <a:ln w="0">
            <a:noFill/>
          </a:ln>
        </p:spPr>
      </p:sp>
      <p:sp>
        <p:nvSpPr>
          <p:cNvPr id="409"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2 / Separator model 2</a:t>
            </a:r>
            <a:endParaRPr lang="es-ES" sz="1200" b="0" strike="noStrike" spc="-1">
              <a:solidFill>
                <a:srgbClr val="000000"/>
              </a:solidFill>
              <a:latin typeface="Arial"/>
            </a:endParaRPr>
          </a:p>
        </p:txBody>
      </p:sp>
      <p:sp>
        <p:nvSpPr>
          <p:cNvPr id="410" name="PlaceHolder 3"/>
          <p:cNvSpPr>
            <a:spLocks noGrp="1"/>
          </p:cNvSpPr>
          <p:nvPr>
            <p:ph type="sldNum" idx="32"/>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2BA617C2-3F63-404D-A6A9-156FE8FB85B8}" type="slidenum">
              <a:rPr lang="es-ES" sz="1200" b="0" strike="noStrike" spc="-1">
                <a:solidFill>
                  <a:srgbClr val="000000"/>
                </a:solidFill>
                <a:latin typeface="Times New Roman"/>
                <a:ea typeface="+mn-ea"/>
              </a:rPr>
              <a:t>20</a:t>
            </a:fld>
            <a:endParaRPr lang="es-ES"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PlaceHolder 1"/>
          <p:cNvSpPr>
            <a:spLocks noGrp="1" noRot="1" noChangeAspect="1"/>
          </p:cNvSpPr>
          <p:nvPr>
            <p:ph type="sldImg"/>
          </p:nvPr>
        </p:nvSpPr>
        <p:spPr>
          <a:xfrm>
            <a:off x="689040" y="1143000"/>
            <a:ext cx="5469120" cy="3075120"/>
          </a:xfrm>
          <a:prstGeom prst="rect">
            <a:avLst/>
          </a:prstGeom>
          <a:ln w="0">
            <a:noFill/>
          </a:ln>
        </p:spPr>
      </p:sp>
      <p:sp>
        <p:nvSpPr>
          <p:cNvPr id="412"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3 / Separator model 3</a:t>
            </a:r>
            <a:endParaRPr lang="es-ES" sz="1200" b="0" strike="noStrike" spc="-1">
              <a:solidFill>
                <a:srgbClr val="000000"/>
              </a:solidFill>
              <a:latin typeface="Arial"/>
            </a:endParaRPr>
          </a:p>
        </p:txBody>
      </p:sp>
      <p:sp>
        <p:nvSpPr>
          <p:cNvPr id="413" name="PlaceHolder 3"/>
          <p:cNvSpPr>
            <a:spLocks noGrp="1"/>
          </p:cNvSpPr>
          <p:nvPr>
            <p:ph type="sldNum" idx="33"/>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603F75DC-C134-4F30-8D2F-9E802207538C}" type="slidenum">
              <a:rPr lang="es-ES" sz="1200" b="0" strike="noStrike" spc="-1">
                <a:solidFill>
                  <a:srgbClr val="000000"/>
                </a:solidFill>
                <a:latin typeface="Times New Roman"/>
                <a:ea typeface="+mn-ea"/>
              </a:rPr>
              <a:t>23</a:t>
            </a:fld>
            <a:endParaRPr lang="es-ES" sz="12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4" name="PlaceHolder 1"/>
          <p:cNvSpPr>
            <a:spLocks noGrp="1" noRot="1" noChangeAspect="1"/>
          </p:cNvSpPr>
          <p:nvPr>
            <p:ph type="sldImg"/>
          </p:nvPr>
        </p:nvSpPr>
        <p:spPr>
          <a:xfrm>
            <a:off x="689040" y="1143000"/>
            <a:ext cx="5469120" cy="3075120"/>
          </a:xfrm>
          <a:prstGeom prst="rect">
            <a:avLst/>
          </a:prstGeom>
          <a:ln w="0">
            <a:noFill/>
          </a:ln>
        </p:spPr>
      </p:sp>
      <p:sp>
        <p:nvSpPr>
          <p:cNvPr id="415"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4 / Separator model 4</a:t>
            </a:r>
            <a:endParaRPr lang="es-ES" sz="1200" b="0" strike="noStrike" spc="-1">
              <a:solidFill>
                <a:srgbClr val="000000"/>
              </a:solidFill>
              <a:latin typeface="Arial"/>
            </a:endParaRPr>
          </a:p>
        </p:txBody>
      </p:sp>
      <p:sp>
        <p:nvSpPr>
          <p:cNvPr id="416" name="PlaceHolder 3"/>
          <p:cNvSpPr>
            <a:spLocks noGrp="1"/>
          </p:cNvSpPr>
          <p:nvPr>
            <p:ph type="sldNum" idx="34"/>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19EC6822-2F00-4FFA-9F31-B791B41719DD}" type="slidenum">
              <a:rPr lang="es-ES" sz="1200" b="0" strike="noStrike" spc="-1">
                <a:solidFill>
                  <a:srgbClr val="000000"/>
                </a:solidFill>
                <a:latin typeface="Times New Roman"/>
                <a:ea typeface="+mn-ea"/>
              </a:rPr>
              <a:t>28</a:t>
            </a:fld>
            <a:endParaRPr lang="es-ES"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noRot="1" noChangeAspect="1"/>
          </p:cNvSpPr>
          <p:nvPr>
            <p:ph type="sldImg"/>
          </p:nvPr>
        </p:nvSpPr>
        <p:spPr>
          <a:xfrm>
            <a:off x="689040" y="1143000"/>
            <a:ext cx="5469120" cy="3075120"/>
          </a:xfrm>
          <a:prstGeom prst="rect">
            <a:avLst/>
          </a:prstGeom>
          <a:ln w="0">
            <a:noFill/>
          </a:ln>
        </p:spPr>
      </p:sp>
      <p:sp>
        <p:nvSpPr>
          <p:cNvPr id="418"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1 / Separator model 1</a:t>
            </a:r>
            <a:endParaRPr lang="es-ES" sz="1200" b="0" strike="noStrike" spc="-1">
              <a:solidFill>
                <a:srgbClr val="000000"/>
              </a:solidFill>
              <a:latin typeface="Arial"/>
            </a:endParaRPr>
          </a:p>
        </p:txBody>
      </p:sp>
      <p:sp>
        <p:nvSpPr>
          <p:cNvPr id="419" name="PlaceHolder 3"/>
          <p:cNvSpPr>
            <a:spLocks noGrp="1"/>
          </p:cNvSpPr>
          <p:nvPr>
            <p:ph type="sldNum" idx="35"/>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25E7B6B7-D68A-4ABA-AE97-0405A0DB4729}" type="slidenum">
              <a:rPr lang="es-ES" sz="1200" b="0" strike="noStrike" spc="-1">
                <a:solidFill>
                  <a:srgbClr val="000000"/>
                </a:solidFill>
                <a:latin typeface="Times New Roman"/>
                <a:ea typeface="+mn-ea"/>
              </a:rPr>
              <a:t>33</a:t>
            </a:fld>
            <a:endParaRPr lang="es-ES" sz="12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0" name="PlaceHolder 1"/>
          <p:cNvSpPr>
            <a:spLocks noGrp="1" noRot="1" noChangeAspect="1"/>
          </p:cNvSpPr>
          <p:nvPr>
            <p:ph type="sldImg"/>
          </p:nvPr>
        </p:nvSpPr>
        <p:spPr>
          <a:xfrm>
            <a:off x="689040" y="1143000"/>
            <a:ext cx="5469120" cy="3075120"/>
          </a:xfrm>
          <a:prstGeom prst="rect">
            <a:avLst/>
          </a:prstGeom>
          <a:ln w="0">
            <a:noFill/>
          </a:ln>
        </p:spPr>
      </p:sp>
      <p:sp>
        <p:nvSpPr>
          <p:cNvPr id="421"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Modelo de separador 2 / Separator model 2</a:t>
            </a:r>
            <a:endParaRPr lang="es-ES" sz="1200" b="0" strike="noStrike" spc="-1">
              <a:solidFill>
                <a:srgbClr val="000000"/>
              </a:solidFill>
              <a:latin typeface="Arial"/>
            </a:endParaRPr>
          </a:p>
        </p:txBody>
      </p:sp>
      <p:sp>
        <p:nvSpPr>
          <p:cNvPr id="422" name="PlaceHolder 3"/>
          <p:cNvSpPr>
            <a:spLocks noGrp="1"/>
          </p:cNvSpPr>
          <p:nvPr>
            <p:ph type="sldNum" idx="36"/>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200" b="0" strike="noStrike" spc="-1">
                <a:solidFill>
                  <a:srgbClr val="000000"/>
                </a:solidFill>
                <a:latin typeface="Times New Roman"/>
                <a:ea typeface="+mn-ea"/>
              </a:defRPr>
            </a:lvl1pPr>
          </a:lstStyle>
          <a:p>
            <a:pPr indent="0" algn="r" defTabSz="914400">
              <a:lnSpc>
                <a:spcPct val="100000"/>
              </a:lnSpc>
              <a:buNone/>
              <a:tabLst>
                <a:tab pos="0" algn="l"/>
              </a:tabLst>
            </a:pPr>
            <a:fld id="{2CD21183-204D-49B7-81F0-2BA9420FBC60}" type="slidenum">
              <a:rPr lang="es-ES" sz="1200" b="0" strike="noStrike" spc="-1">
                <a:solidFill>
                  <a:srgbClr val="000000"/>
                </a:solidFill>
                <a:latin typeface="Times New Roman"/>
                <a:ea typeface="+mn-ea"/>
              </a:rPr>
              <a:t>38</a:t>
            </a:fld>
            <a:endParaRPr lang="es-ES" sz="1200" b="0" strike="noStrike" spc="-1">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PlaceHolder 1"/>
          <p:cNvSpPr>
            <a:spLocks noGrp="1" noRot="1" noChangeAspect="1"/>
          </p:cNvSpPr>
          <p:nvPr>
            <p:ph type="sldImg"/>
          </p:nvPr>
        </p:nvSpPr>
        <p:spPr>
          <a:xfrm>
            <a:off x="685800" y="1143000"/>
            <a:ext cx="5475240" cy="3075120"/>
          </a:xfrm>
          <a:prstGeom prst="rect">
            <a:avLst/>
          </a:prstGeom>
          <a:ln w="0">
            <a:noFill/>
          </a:ln>
        </p:spPr>
      </p:sp>
      <p:sp>
        <p:nvSpPr>
          <p:cNvPr id="424"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ES" sz="1200" b="0" strike="noStrike" spc="-1">
                <a:solidFill>
                  <a:schemeClr val="dk1"/>
                </a:solidFill>
                <a:latin typeface="Calibri"/>
                <a:ea typeface="Calibri"/>
              </a:rPr>
              <a:t>Diapo sponsors Platino / Slide Platinum sponsors </a:t>
            </a:r>
            <a:endParaRPr lang="es-ES" sz="1200" b="0" strike="noStrike" spc="-1">
              <a:solidFill>
                <a:srgbClr val="000000"/>
              </a:solidFill>
              <a:latin typeface="Arial"/>
            </a:endParaRPr>
          </a:p>
          <a:p>
            <a:pPr marL="216000" indent="0">
              <a:lnSpc>
                <a:spcPct val="100000"/>
              </a:lnSpc>
              <a:buNone/>
              <a:tabLst>
                <a:tab pos="0" algn="l"/>
              </a:tabLst>
            </a:pPr>
            <a:r>
              <a:rPr lang="es-ES" sz="1200" b="0" strike="noStrike" spc="-1">
                <a:solidFill>
                  <a:schemeClr val="dk1"/>
                </a:solidFill>
                <a:latin typeface="Calibri"/>
                <a:ea typeface="Calibri"/>
              </a:rPr>
              <a:t>PENDIENTE DE ACTUALIZAR</a:t>
            </a:r>
            <a:endParaRPr lang="es-ES" sz="1200" b="0" strike="noStrike" spc="-1">
              <a:solidFill>
                <a:srgbClr val="000000"/>
              </a:solidFill>
              <a:latin typeface="Arial"/>
            </a:endParaRPr>
          </a:p>
        </p:txBody>
      </p:sp>
      <p:sp>
        <p:nvSpPr>
          <p:cNvPr id="425" name="PlaceHolder 3"/>
          <p:cNvSpPr>
            <a:spLocks noGrp="1"/>
          </p:cNvSpPr>
          <p:nvPr>
            <p:ph type="sldNum" idx="37"/>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400" b="0" strike="noStrike" spc="-1">
                <a:solidFill>
                  <a:srgbClr val="000000"/>
                </a:solidFill>
                <a:latin typeface="Times New Roman"/>
                <a:ea typeface="+mn-ea"/>
              </a:defRPr>
            </a:lvl1pPr>
          </a:lstStyle>
          <a:p>
            <a:pPr indent="0" algn="r" defTabSz="914400">
              <a:lnSpc>
                <a:spcPct val="100000"/>
              </a:lnSpc>
              <a:buNone/>
              <a:tabLst>
                <a:tab pos="0" algn="l"/>
              </a:tabLst>
            </a:pPr>
            <a:fld id="{700BEAAF-E3A1-424D-8FAD-0768817D89C8}" type="slidenum">
              <a:rPr lang="es-ES" sz="1400" b="0" strike="noStrike" spc="-1">
                <a:solidFill>
                  <a:srgbClr val="000000"/>
                </a:solidFill>
                <a:latin typeface="Times New Roman"/>
                <a:ea typeface="+mn-ea"/>
              </a:rPr>
              <a:t>41</a:t>
            </a:fld>
            <a:endParaRPr lang="es-ES" sz="1400" b="0" strike="noStrike" spc="-1">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6" name="PlaceHolder 1"/>
          <p:cNvSpPr>
            <a:spLocks noGrp="1" noRot="1" noChangeAspect="1"/>
          </p:cNvSpPr>
          <p:nvPr>
            <p:ph type="sldImg"/>
          </p:nvPr>
        </p:nvSpPr>
        <p:spPr>
          <a:xfrm>
            <a:off x="690563" y="1143000"/>
            <a:ext cx="5465762" cy="3074988"/>
          </a:xfrm>
          <a:prstGeom prst="rect">
            <a:avLst/>
          </a:prstGeom>
          <a:ln w="0">
            <a:noFill/>
          </a:ln>
        </p:spPr>
      </p:sp>
      <p:sp>
        <p:nvSpPr>
          <p:cNvPr id="427"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endParaRPr lang="es-ES" sz="1200" b="0" strike="noStrike" spc="-1" dirty="0">
              <a:solidFill>
                <a:srgbClr val="000000"/>
              </a:solidFill>
              <a:latin typeface="Arial"/>
            </a:endParaRPr>
          </a:p>
        </p:txBody>
      </p:sp>
      <p:sp>
        <p:nvSpPr>
          <p:cNvPr id="428" name="PlaceHolder 3"/>
          <p:cNvSpPr>
            <a:spLocks noGrp="1"/>
          </p:cNvSpPr>
          <p:nvPr>
            <p:ph type="sldNum" idx="38"/>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400" b="0" strike="noStrike" spc="-1">
                <a:solidFill>
                  <a:srgbClr val="000000"/>
                </a:solidFill>
                <a:latin typeface="Times New Roman"/>
                <a:ea typeface="+mn-ea"/>
              </a:defRPr>
            </a:lvl1pPr>
          </a:lstStyle>
          <a:p>
            <a:pPr indent="0" algn="r" defTabSz="914400">
              <a:lnSpc>
                <a:spcPct val="100000"/>
              </a:lnSpc>
              <a:buNone/>
              <a:tabLst>
                <a:tab pos="0" algn="l"/>
              </a:tabLst>
            </a:pPr>
            <a:fld id="{69FA4EB9-D13A-40DB-8D6C-0777F18EB558}" type="slidenum">
              <a:rPr lang="es-ES" sz="1400" b="0" strike="noStrike" spc="-1">
                <a:solidFill>
                  <a:srgbClr val="000000"/>
                </a:solidFill>
                <a:latin typeface="Times New Roman"/>
                <a:ea typeface="+mn-ea"/>
              </a:rPr>
              <a:t>42</a:t>
            </a:fld>
            <a:endParaRPr lang="es-ES" sz="1400" b="0" strike="noStrike" spc="-1">
              <a:solidFill>
                <a:srgbClr val="000000"/>
              </a:solidFill>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6" name="PlaceHolder 1"/>
          <p:cNvSpPr>
            <a:spLocks noGrp="1" noRot="1" noChangeAspect="1"/>
          </p:cNvSpPr>
          <p:nvPr>
            <p:ph type="sldImg"/>
          </p:nvPr>
        </p:nvSpPr>
        <p:spPr>
          <a:xfrm>
            <a:off x="690563" y="1143000"/>
            <a:ext cx="5465762" cy="3074988"/>
          </a:xfrm>
          <a:prstGeom prst="rect">
            <a:avLst/>
          </a:prstGeom>
          <a:ln w="0">
            <a:noFill/>
          </a:ln>
        </p:spPr>
      </p:sp>
      <p:sp>
        <p:nvSpPr>
          <p:cNvPr id="427" name="PlaceHolder 2"/>
          <p:cNvSpPr>
            <a:spLocks noGrp="1"/>
          </p:cNvSpPr>
          <p:nvPr>
            <p:ph type="body"/>
          </p:nvPr>
        </p:nvSpPr>
        <p:spPr>
          <a:xfrm>
            <a:off x="685800" y="4400640"/>
            <a:ext cx="5475240" cy="3589200"/>
          </a:xfrm>
          <a:prstGeom prst="rect">
            <a:avLst/>
          </a:prstGeom>
          <a:noFill/>
          <a:ln w="0">
            <a:noFill/>
          </a:ln>
        </p:spPr>
        <p:txBody>
          <a:bodyPr lIns="91440" tIns="45720" rIns="91440" bIns="45720" anchor="t">
            <a:noAutofit/>
          </a:bodyPr>
          <a:lstStyle/>
          <a:p>
            <a:pPr marL="216000" indent="0">
              <a:lnSpc>
                <a:spcPct val="100000"/>
              </a:lnSpc>
              <a:buNone/>
              <a:tabLst>
                <a:tab pos="0" algn="l"/>
              </a:tabLst>
            </a:pPr>
            <a:endParaRPr lang="es-ES" sz="1200" b="0" strike="noStrike" spc="-1" dirty="0">
              <a:solidFill>
                <a:srgbClr val="000000"/>
              </a:solidFill>
              <a:latin typeface="Arial"/>
            </a:endParaRPr>
          </a:p>
        </p:txBody>
      </p:sp>
      <p:sp>
        <p:nvSpPr>
          <p:cNvPr id="428" name="PlaceHolder 3"/>
          <p:cNvSpPr>
            <a:spLocks noGrp="1"/>
          </p:cNvSpPr>
          <p:nvPr>
            <p:ph type="sldNum" idx="38"/>
          </p:nvPr>
        </p:nvSpPr>
        <p:spPr>
          <a:xfrm>
            <a:off x="3884760" y="8685360"/>
            <a:ext cx="2960640" cy="4474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s-ES" sz="1400" b="0" strike="noStrike" spc="-1">
                <a:solidFill>
                  <a:srgbClr val="000000"/>
                </a:solidFill>
                <a:latin typeface="Times New Roman"/>
                <a:ea typeface="+mn-ea"/>
              </a:defRPr>
            </a:lvl1pPr>
          </a:lstStyle>
          <a:p>
            <a:pPr indent="0" algn="r" defTabSz="914400">
              <a:lnSpc>
                <a:spcPct val="100000"/>
              </a:lnSpc>
              <a:buNone/>
              <a:tabLst>
                <a:tab pos="0" algn="l"/>
              </a:tabLst>
            </a:pPr>
            <a:fld id="{69FA4EB9-D13A-40DB-8D6C-0777F18EB558}" type="slidenum">
              <a:rPr lang="es-ES" sz="1400" b="0" strike="noStrike" spc="-1">
                <a:solidFill>
                  <a:srgbClr val="000000"/>
                </a:solidFill>
                <a:latin typeface="Times New Roman"/>
                <a:ea typeface="+mn-ea"/>
              </a:rPr>
              <a:t>43</a:t>
            </a:fld>
            <a:endParaRPr lang="es-ES" sz="1400" b="0" strike="noStrike" spc="-1">
              <a:solidFill>
                <a:srgbClr val="000000"/>
              </a:solidFill>
              <a:latin typeface="Times New Roman"/>
            </a:endParaRPr>
          </a:p>
        </p:txBody>
      </p:sp>
    </p:spTree>
    <p:extLst>
      <p:ext uri="{BB962C8B-B14F-4D97-AF65-F5344CB8AC3E}">
        <p14:creationId xmlns:p14="http://schemas.microsoft.com/office/powerpoint/2010/main" val="13780682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6" name="PlaceHolder 2"/>
          <p:cNvSpPr>
            <a:spLocks noGrp="1"/>
          </p:cNvSpPr>
          <p:nvPr>
            <p:ph/>
          </p:nvPr>
        </p:nvSpPr>
        <p:spPr>
          <a:xfrm>
            <a:off x="838080" y="1825560"/>
            <a:ext cx="10504440" cy="434016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4" name="PlaceHolder 3"/>
          <p:cNvSpPr>
            <a:spLocks noGrp="1"/>
          </p:cNvSpPr>
          <p:nvPr>
            <p:ph type="ftr" idx="1"/>
          </p:nvPr>
        </p:nvSpPr>
        <p:spPr/>
        <p:txBody>
          <a:bodyPr/>
          <a:lstStyle/>
          <a:p>
            <a:r>
              <a:t>Footer</a:t>
            </a:r>
          </a:p>
        </p:txBody>
      </p:sp>
      <p:sp>
        <p:nvSpPr>
          <p:cNvPr id="2" name="PlaceHolder 4"/>
          <p:cNvSpPr>
            <a:spLocks noGrp="1"/>
          </p:cNvSpPr>
          <p:nvPr>
            <p:ph type="sldNum" idx="2"/>
          </p:nvPr>
        </p:nvSpPr>
        <p:spPr/>
        <p:txBody>
          <a:bodyPr/>
          <a:lstStyle/>
          <a:p>
            <a:fld id="{FA38BB45-41DA-44EF-9015-EE4536442569}" type="slidenum">
              <a:t>‹Nº›</a:t>
            </a:fld>
            <a:endParaRPr/>
          </a:p>
        </p:txBody>
      </p:sp>
      <p:sp>
        <p:nvSpPr>
          <p:cNvPr id="3"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Predeterminado">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13" name="PlaceHolder 2"/>
          <p:cNvSpPr>
            <a:spLocks noGrp="1"/>
          </p:cNvSpPr>
          <p:nvPr>
            <p:ph/>
          </p:nvPr>
        </p:nvSpPr>
        <p:spPr>
          <a:xfrm>
            <a:off x="838080" y="1825560"/>
            <a:ext cx="10504440" cy="434016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4" name="PlaceHolder 3"/>
          <p:cNvSpPr>
            <a:spLocks noGrp="1"/>
          </p:cNvSpPr>
          <p:nvPr>
            <p:ph type="ftr" idx="4"/>
          </p:nvPr>
        </p:nvSpPr>
        <p:spPr/>
        <p:txBody>
          <a:bodyPr/>
          <a:lstStyle/>
          <a:p>
            <a:r>
              <a:t>Footer</a:t>
            </a:r>
          </a:p>
        </p:txBody>
      </p:sp>
      <p:sp>
        <p:nvSpPr>
          <p:cNvPr id="5" name="PlaceHolder 4"/>
          <p:cNvSpPr>
            <a:spLocks noGrp="1"/>
          </p:cNvSpPr>
          <p:nvPr>
            <p:ph type="sldNum" idx="5"/>
          </p:nvPr>
        </p:nvSpPr>
        <p:spPr/>
        <p:txBody>
          <a:bodyPr/>
          <a:lstStyle/>
          <a:p>
            <a:fld id="{5002624A-1D5D-406E-88AA-57DC189BAF79}" type="slidenum">
              <a:t>‹Nº›</a:t>
            </a:fld>
            <a:endParaRPr/>
          </a:p>
        </p:txBody>
      </p:sp>
      <p:sp>
        <p:nvSpPr>
          <p:cNvPr id="6" name="PlaceHolder 5"/>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Predeterminado 1">
    <p:spTree>
      <p:nvGrpSpPr>
        <p:cNvPr id="1" name=""/>
        <p:cNvGrpSpPr/>
        <p:nvPr/>
      </p:nvGrpSpPr>
      <p:grpSpPr>
        <a:xfrm>
          <a:off x="0" y="0"/>
          <a:ext cx="0" cy="0"/>
          <a:chOff x="0" y="0"/>
          <a:chExt cx="0" cy="0"/>
        </a:xfrm>
      </p:grpSpPr>
      <p:sp>
        <p:nvSpPr>
          <p:cNvPr id="19"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20" name="PlaceHolder 2"/>
          <p:cNvSpPr>
            <a:spLocks noGrp="1"/>
          </p:cNvSpPr>
          <p:nvPr>
            <p:ph type="subTitle"/>
          </p:nvPr>
        </p:nvSpPr>
        <p:spPr>
          <a:xfrm>
            <a:off x="838080" y="1825560"/>
            <a:ext cx="10504440" cy="4340160"/>
          </a:xfrm>
          <a:prstGeom prst="rect">
            <a:avLst/>
          </a:prstGeom>
          <a:noFill/>
          <a:ln w="0">
            <a:noFill/>
          </a:ln>
        </p:spPr>
        <p:txBody>
          <a:bodyPr lIns="0" tIns="0" rIns="0" bIns="0" anchor="ctr">
            <a:noAutofit/>
          </a:bodyPr>
          <a:lstStyle/>
          <a:p>
            <a:pPr indent="0" algn="ctr">
              <a:buNone/>
            </a:pPr>
            <a:endParaRPr lang="es-ES" sz="3200" b="0" strike="noStrike" spc="-1">
              <a:solidFill>
                <a:srgbClr val="000000"/>
              </a:solidFill>
              <a:latin typeface="Arial"/>
            </a:endParaRPr>
          </a:p>
        </p:txBody>
      </p:sp>
      <p:sp>
        <p:nvSpPr>
          <p:cNvPr id="4" name="PlaceHolder 3"/>
          <p:cNvSpPr>
            <a:spLocks noGrp="1"/>
          </p:cNvSpPr>
          <p:nvPr>
            <p:ph type="ftr" idx="7"/>
          </p:nvPr>
        </p:nvSpPr>
        <p:spPr/>
        <p:txBody>
          <a:bodyPr/>
          <a:lstStyle/>
          <a:p>
            <a:r>
              <a:t>Footer</a:t>
            </a:r>
          </a:p>
        </p:txBody>
      </p:sp>
      <p:sp>
        <p:nvSpPr>
          <p:cNvPr id="5" name="PlaceHolder 4"/>
          <p:cNvSpPr>
            <a:spLocks noGrp="1"/>
          </p:cNvSpPr>
          <p:nvPr>
            <p:ph type="sldNum" idx="8"/>
          </p:nvPr>
        </p:nvSpPr>
        <p:spPr/>
        <p:txBody>
          <a:bodyPr/>
          <a:lstStyle/>
          <a:p>
            <a:fld id="{EA2C5FE7-DC0E-4AC7-BC55-AD21B32B1CB4}" type="slidenum">
              <a:t>‹Nº›</a:t>
            </a:fld>
            <a:endParaRPr/>
          </a:p>
        </p:txBody>
      </p:sp>
      <p:sp>
        <p:nvSpPr>
          <p:cNvPr id="6" name="PlaceHolder 5"/>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VERTICAL_TEXT">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27" name="PlaceHolder 2"/>
          <p:cNvSpPr>
            <a:spLocks noGrp="1"/>
          </p:cNvSpPr>
          <p:nvPr>
            <p:ph/>
          </p:nvPr>
        </p:nvSpPr>
        <p:spPr>
          <a:xfrm>
            <a:off x="838080" y="1825560"/>
            <a:ext cx="10504440" cy="434016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7509BA8A-6F7E-4189-A80F-B1628A5EA865}" type="slidenum">
              <a:t>‹Nº›</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VERTICAL_TITLE_AND_VERTICAL_TEXT">
    <p:spTree>
      <p:nvGrpSpPr>
        <p:cNvPr id="1" name=""/>
        <p:cNvGrpSpPr/>
        <p:nvPr/>
      </p:nvGrpSpPr>
      <p:grpSpPr>
        <a:xfrm>
          <a:off x="0" y="0"/>
          <a:ext cx="0" cy="0"/>
          <a:chOff x="0" y="0"/>
          <a:chExt cx="0" cy="0"/>
        </a:xfrm>
      </p:grpSpPr>
      <p:sp>
        <p:nvSpPr>
          <p:cNvPr id="33"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34" name="PlaceHolder 2"/>
          <p:cNvSpPr>
            <a:spLocks noGrp="1"/>
          </p:cNvSpPr>
          <p:nvPr>
            <p:ph/>
          </p:nvPr>
        </p:nvSpPr>
        <p:spPr>
          <a:xfrm>
            <a:off x="838080" y="1825560"/>
            <a:ext cx="10504440" cy="434016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4" name="PlaceHolder 3"/>
          <p:cNvSpPr>
            <a:spLocks noGrp="1"/>
          </p:cNvSpPr>
          <p:nvPr>
            <p:ph type="ftr" idx="13"/>
          </p:nvPr>
        </p:nvSpPr>
        <p:spPr/>
        <p:txBody>
          <a:bodyPr/>
          <a:lstStyle/>
          <a:p>
            <a:r>
              <a:t>Footer</a:t>
            </a:r>
          </a:p>
        </p:txBody>
      </p:sp>
      <p:sp>
        <p:nvSpPr>
          <p:cNvPr id="5" name="PlaceHolder 4"/>
          <p:cNvSpPr>
            <a:spLocks noGrp="1"/>
          </p:cNvSpPr>
          <p:nvPr>
            <p:ph type="sldNum" idx="14"/>
          </p:nvPr>
        </p:nvSpPr>
        <p:spPr/>
        <p:txBody>
          <a:bodyPr/>
          <a:lstStyle/>
          <a:p>
            <a:fld id="{41621300-2AE8-4222-AC5F-A25314EA2914}" type="slidenum">
              <a:t>‹Nº›</a:t>
            </a:fld>
            <a:endParaRPr/>
          </a:p>
        </p:txBody>
      </p:sp>
      <p:sp>
        <p:nvSpPr>
          <p:cNvPr id="6" name="PlaceHolder 5"/>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OBJECT">
    <p:spTree>
      <p:nvGrpSpPr>
        <p:cNvPr id="1" name=""/>
        <p:cNvGrpSpPr/>
        <p:nvPr/>
      </p:nvGrpSpPr>
      <p:grpSpPr>
        <a:xfrm>
          <a:off x="0" y="0"/>
          <a:ext cx="0" cy="0"/>
          <a:chOff x="0" y="0"/>
          <a:chExt cx="0" cy="0"/>
        </a:xfrm>
      </p:grpSpPr>
      <p:sp>
        <p:nvSpPr>
          <p:cNvPr id="40"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41" name="PlaceHolder 2"/>
          <p:cNvSpPr>
            <a:spLocks noGrp="1"/>
          </p:cNvSpPr>
          <p:nvPr>
            <p:ph/>
          </p:nvPr>
        </p:nvSpPr>
        <p:spPr>
          <a:xfrm>
            <a:off x="838080" y="1825560"/>
            <a:ext cx="10504440" cy="434016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4" name="PlaceHolder 3"/>
          <p:cNvSpPr>
            <a:spLocks noGrp="1"/>
          </p:cNvSpPr>
          <p:nvPr>
            <p:ph type="ftr" idx="16"/>
          </p:nvPr>
        </p:nvSpPr>
        <p:spPr/>
        <p:txBody>
          <a:bodyPr/>
          <a:lstStyle/>
          <a:p>
            <a:r>
              <a:t>Footer</a:t>
            </a:r>
          </a:p>
        </p:txBody>
      </p:sp>
      <p:sp>
        <p:nvSpPr>
          <p:cNvPr id="5" name="PlaceHolder 4"/>
          <p:cNvSpPr>
            <a:spLocks noGrp="1"/>
          </p:cNvSpPr>
          <p:nvPr>
            <p:ph type="sldNum" idx="17"/>
          </p:nvPr>
        </p:nvSpPr>
        <p:spPr/>
        <p:txBody>
          <a:bodyPr/>
          <a:lstStyle/>
          <a:p>
            <a:fld id="{A38696C4-C3DB-4493-8A50-0C18E832B839}" type="slidenum">
              <a:t>‹Nº›</a:t>
            </a:fld>
            <a:endParaRPr/>
          </a:p>
        </p:txBody>
      </p:sp>
      <p:sp>
        <p:nvSpPr>
          <p:cNvPr id="6" name="PlaceHolder 5"/>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OBJECT_">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48" name="PlaceHolder 2"/>
          <p:cNvSpPr>
            <a:spLocks noGrp="1"/>
          </p:cNvSpPr>
          <p:nvPr>
            <p:ph/>
          </p:nvPr>
        </p:nvSpPr>
        <p:spPr>
          <a:xfrm>
            <a:off x="838080" y="1825560"/>
            <a:ext cx="10504440" cy="434016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4" name="PlaceHolder 3"/>
          <p:cNvSpPr>
            <a:spLocks noGrp="1"/>
          </p:cNvSpPr>
          <p:nvPr>
            <p:ph type="ftr" idx="19"/>
          </p:nvPr>
        </p:nvSpPr>
        <p:spPr/>
        <p:txBody>
          <a:bodyPr/>
          <a:lstStyle/>
          <a:p>
            <a:r>
              <a:t>Footer</a:t>
            </a:r>
          </a:p>
        </p:txBody>
      </p:sp>
      <p:sp>
        <p:nvSpPr>
          <p:cNvPr id="5" name="PlaceHolder 4"/>
          <p:cNvSpPr>
            <a:spLocks noGrp="1"/>
          </p:cNvSpPr>
          <p:nvPr>
            <p:ph type="sldNum" idx="20"/>
          </p:nvPr>
        </p:nvSpPr>
        <p:spPr/>
        <p:txBody>
          <a:bodyPr/>
          <a:lstStyle/>
          <a:p>
            <a:fld id="{AAA5F771-E63A-4B1D-81C8-452EC8C72411}" type="slidenum">
              <a:t>‹Nº›</a:t>
            </a:fld>
            <a:endParaRPr/>
          </a:p>
        </p:txBody>
      </p:sp>
      <p:sp>
        <p:nvSpPr>
          <p:cNvPr id="6" name="PlaceHolder 5"/>
          <p:cNvSpPr>
            <a:spLocks noGrp="1"/>
          </p:cNvSpPr>
          <p:nvPr>
            <p:ph type="dt" idx="2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6" name="PlaceHolder 2"/>
          <p:cNvSpPr>
            <a:spLocks noGrp="1"/>
          </p:cNvSpPr>
          <p:nvPr>
            <p:ph type="body"/>
          </p:nvPr>
        </p:nvSpPr>
        <p:spPr>
          <a:xfrm>
            <a:off x="838080" y="1825560"/>
            <a:ext cx="10504440" cy="43401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2" name="PlaceHolder 3"/>
          <p:cNvSpPr>
            <a:spLocks noGrp="1"/>
          </p:cNvSpPr>
          <p:nvPr>
            <p:ph type="ftr" idx="1"/>
          </p:nvPr>
        </p:nvSpPr>
        <p:spPr>
          <a:xfrm>
            <a:off x="4038480" y="6356520"/>
            <a:ext cx="4103640" cy="353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ea typeface="DejaVu Sans"/>
              </a:defRPr>
            </a:lvl1pPr>
          </a:lstStyle>
          <a:p>
            <a:pPr indent="0" algn="ctr" defTabSz="914400">
              <a:lnSpc>
                <a:spcPct val="100000"/>
              </a:lnSpc>
              <a:buNone/>
              <a:tabLst>
                <a:tab pos="0" algn="l"/>
              </a:tabLst>
            </a:pPr>
            <a:r>
              <a:rPr lang="es-ES" sz="1400" b="0" strike="noStrike" spc="-1">
                <a:solidFill>
                  <a:srgbClr val="000000"/>
                </a:solidFill>
                <a:latin typeface="Times New Roman"/>
                <a:ea typeface="DejaVu Sans"/>
              </a:rPr>
              <a:t>&lt;pie de página&gt;</a:t>
            </a:r>
            <a:endParaRPr lang="es-ES" sz="1400" b="0" strike="noStrike" spc="-1">
              <a:solidFill>
                <a:srgbClr val="000000"/>
              </a:solidFill>
              <a:latin typeface="Times New Roman"/>
            </a:endParaRPr>
          </a:p>
        </p:txBody>
      </p:sp>
      <p:sp>
        <p:nvSpPr>
          <p:cNvPr id="3" name="PlaceHolder 4"/>
          <p:cNvSpPr>
            <a:spLocks noGrp="1"/>
          </p:cNvSpPr>
          <p:nvPr>
            <p:ph type="sldNum" idx="2"/>
          </p:nvPr>
        </p:nvSpPr>
        <p:spPr>
          <a:xfrm>
            <a:off x="8610480" y="6356520"/>
            <a:ext cx="2732040" cy="353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rgbClr val="757575"/>
                </a:solidFill>
                <a:latin typeface="Arial"/>
                <a:ea typeface="Arial"/>
              </a:defRPr>
            </a:lvl1pPr>
          </a:lstStyle>
          <a:p>
            <a:pPr indent="0" algn="r" defTabSz="914400">
              <a:lnSpc>
                <a:spcPct val="100000"/>
              </a:lnSpc>
              <a:buNone/>
              <a:tabLst>
                <a:tab pos="0" algn="l"/>
              </a:tabLst>
            </a:pPr>
            <a:fld id="{AC7A11B1-BECC-410D-90AA-01D9EDFA0CC0}" type="slidenum">
              <a:rPr lang="en-US" sz="1200" b="0" strike="noStrike" spc="-1">
                <a:solidFill>
                  <a:srgbClr val="757575"/>
                </a:solidFill>
                <a:latin typeface="Arial"/>
                <a:ea typeface="Arial"/>
              </a:rPr>
              <a:t>‹Nº›</a:t>
            </a:fld>
            <a:endParaRPr lang="es-ES" sz="1200" b="0" strike="noStrike" spc="-1">
              <a:solidFill>
                <a:srgbClr val="000000"/>
              </a:solidFill>
              <a:latin typeface="Times New Roman"/>
            </a:endParaRPr>
          </a:p>
        </p:txBody>
      </p:sp>
      <p:sp>
        <p:nvSpPr>
          <p:cNvPr id="4" name="PlaceHolder 5"/>
          <p:cNvSpPr>
            <a:spLocks noGrp="1"/>
          </p:cNvSpPr>
          <p:nvPr>
            <p:ph type="dt" idx="3"/>
          </p:nvPr>
        </p:nvSpPr>
        <p:spPr>
          <a:xfrm>
            <a:off x="838080" y="6356520"/>
            <a:ext cx="2732040" cy="35388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8" name="PlaceHolder 2"/>
          <p:cNvSpPr>
            <a:spLocks noGrp="1"/>
          </p:cNvSpPr>
          <p:nvPr>
            <p:ph type="body"/>
          </p:nvPr>
        </p:nvSpPr>
        <p:spPr>
          <a:xfrm>
            <a:off x="838080" y="1825560"/>
            <a:ext cx="10504440" cy="43401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9" name="PlaceHolder 3"/>
          <p:cNvSpPr>
            <a:spLocks noGrp="1"/>
          </p:cNvSpPr>
          <p:nvPr>
            <p:ph type="ftr" idx="4"/>
          </p:nvPr>
        </p:nvSpPr>
        <p:spPr>
          <a:xfrm>
            <a:off x="4038480" y="6356520"/>
            <a:ext cx="4103640" cy="353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ea typeface="DejaVu Sans"/>
              </a:defRPr>
            </a:lvl1pPr>
          </a:lstStyle>
          <a:p>
            <a:pPr indent="0" algn="ctr" defTabSz="914400">
              <a:lnSpc>
                <a:spcPct val="100000"/>
              </a:lnSpc>
              <a:buNone/>
              <a:tabLst>
                <a:tab pos="0" algn="l"/>
              </a:tabLst>
            </a:pPr>
            <a:r>
              <a:rPr lang="es-ES" sz="1400" b="0" strike="noStrike" spc="-1">
                <a:solidFill>
                  <a:srgbClr val="000000"/>
                </a:solidFill>
                <a:latin typeface="Times New Roman"/>
                <a:ea typeface="DejaVu Sans"/>
              </a:rPr>
              <a:t>&lt;pie de página&gt;</a:t>
            </a:r>
            <a:endParaRPr lang="es-ES" sz="1400" b="0" strike="noStrike" spc="-1">
              <a:solidFill>
                <a:srgbClr val="000000"/>
              </a:solidFill>
              <a:latin typeface="Times New Roman"/>
            </a:endParaRPr>
          </a:p>
        </p:txBody>
      </p:sp>
      <p:sp>
        <p:nvSpPr>
          <p:cNvPr id="10" name="PlaceHolder 4"/>
          <p:cNvSpPr>
            <a:spLocks noGrp="1"/>
          </p:cNvSpPr>
          <p:nvPr>
            <p:ph type="sldNum" idx="5"/>
          </p:nvPr>
        </p:nvSpPr>
        <p:spPr>
          <a:xfrm>
            <a:off x="8610480" y="6356520"/>
            <a:ext cx="2732040" cy="353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rgbClr val="757575"/>
                </a:solidFill>
                <a:latin typeface="Arial"/>
                <a:ea typeface="Arial"/>
              </a:defRPr>
            </a:lvl1pPr>
          </a:lstStyle>
          <a:p>
            <a:pPr indent="0" algn="r" defTabSz="914400">
              <a:lnSpc>
                <a:spcPct val="100000"/>
              </a:lnSpc>
              <a:buNone/>
              <a:tabLst>
                <a:tab pos="0" algn="l"/>
              </a:tabLst>
            </a:pPr>
            <a:fld id="{ADDF4E34-36D3-4DC4-A97A-B4FBCA47628C}" type="slidenum">
              <a:rPr lang="en-US" sz="1200" b="0" strike="noStrike" spc="-1">
                <a:solidFill>
                  <a:srgbClr val="757575"/>
                </a:solidFill>
                <a:latin typeface="Arial"/>
                <a:ea typeface="Arial"/>
              </a:rPr>
              <a:t>‹Nº›</a:t>
            </a:fld>
            <a:endParaRPr lang="es-ES" sz="1200" b="0" strike="noStrike" spc="-1">
              <a:solidFill>
                <a:srgbClr val="000000"/>
              </a:solidFill>
              <a:latin typeface="Times New Roman"/>
            </a:endParaRPr>
          </a:p>
        </p:txBody>
      </p:sp>
      <p:sp>
        <p:nvSpPr>
          <p:cNvPr id="11" name="PlaceHolder 5"/>
          <p:cNvSpPr>
            <a:spLocks noGrp="1"/>
          </p:cNvSpPr>
          <p:nvPr>
            <p:ph type="dt" idx="6"/>
          </p:nvPr>
        </p:nvSpPr>
        <p:spPr>
          <a:xfrm>
            <a:off x="838080" y="6356520"/>
            <a:ext cx="2732040" cy="35388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15" name="PlaceHolder 2"/>
          <p:cNvSpPr>
            <a:spLocks noGrp="1"/>
          </p:cNvSpPr>
          <p:nvPr>
            <p:ph type="ftr" idx="7"/>
          </p:nvPr>
        </p:nvSpPr>
        <p:spPr>
          <a:xfrm>
            <a:off x="4038480" y="6356520"/>
            <a:ext cx="4103640" cy="353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ea typeface="DejaVu Sans"/>
              </a:defRPr>
            </a:lvl1pPr>
          </a:lstStyle>
          <a:p>
            <a:pPr indent="0" algn="ctr" defTabSz="914400">
              <a:lnSpc>
                <a:spcPct val="100000"/>
              </a:lnSpc>
              <a:buNone/>
              <a:tabLst>
                <a:tab pos="0" algn="l"/>
              </a:tabLst>
            </a:pPr>
            <a:r>
              <a:rPr lang="es-ES" sz="1400" b="0" strike="noStrike" spc="-1">
                <a:solidFill>
                  <a:srgbClr val="000000"/>
                </a:solidFill>
                <a:latin typeface="Times New Roman"/>
                <a:ea typeface="DejaVu Sans"/>
              </a:rPr>
              <a:t>&lt;pie de página&gt;</a:t>
            </a:r>
            <a:endParaRPr lang="es-ES" sz="1400" b="0" strike="noStrike" spc="-1">
              <a:solidFill>
                <a:srgbClr val="000000"/>
              </a:solidFill>
              <a:latin typeface="Times New Roman"/>
            </a:endParaRPr>
          </a:p>
        </p:txBody>
      </p:sp>
      <p:sp>
        <p:nvSpPr>
          <p:cNvPr id="16" name="PlaceHolder 3"/>
          <p:cNvSpPr>
            <a:spLocks noGrp="1"/>
          </p:cNvSpPr>
          <p:nvPr>
            <p:ph type="sldNum" idx="8"/>
          </p:nvPr>
        </p:nvSpPr>
        <p:spPr>
          <a:xfrm>
            <a:off x="8610480" y="6356520"/>
            <a:ext cx="2732040" cy="353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rgbClr val="757575"/>
                </a:solidFill>
                <a:latin typeface="Arial"/>
                <a:ea typeface="Arial"/>
              </a:defRPr>
            </a:lvl1pPr>
          </a:lstStyle>
          <a:p>
            <a:pPr indent="0" algn="r" defTabSz="914400">
              <a:lnSpc>
                <a:spcPct val="100000"/>
              </a:lnSpc>
              <a:buNone/>
              <a:tabLst>
                <a:tab pos="0" algn="l"/>
              </a:tabLst>
            </a:pPr>
            <a:fld id="{775C056A-859D-4AD9-A471-6254A82BD3C0}" type="slidenum">
              <a:rPr lang="en-US" sz="1200" b="0" strike="noStrike" spc="-1">
                <a:solidFill>
                  <a:srgbClr val="757575"/>
                </a:solidFill>
                <a:latin typeface="Arial"/>
                <a:ea typeface="Arial"/>
              </a:rPr>
              <a:t>‹Nº›</a:t>
            </a:fld>
            <a:endParaRPr lang="es-ES" sz="1200" b="0" strike="noStrike" spc="-1">
              <a:solidFill>
                <a:srgbClr val="000000"/>
              </a:solidFill>
              <a:latin typeface="Times New Roman"/>
            </a:endParaRPr>
          </a:p>
        </p:txBody>
      </p:sp>
      <p:sp>
        <p:nvSpPr>
          <p:cNvPr id="17" name="PlaceHolder 4"/>
          <p:cNvSpPr>
            <a:spLocks noGrp="1"/>
          </p:cNvSpPr>
          <p:nvPr>
            <p:ph type="dt" idx="9"/>
          </p:nvPr>
        </p:nvSpPr>
        <p:spPr>
          <a:xfrm>
            <a:off x="838080" y="6356520"/>
            <a:ext cx="2732040" cy="35388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
        <p:nvSpPr>
          <p:cNvPr id="18"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22" name="PlaceHolder 2"/>
          <p:cNvSpPr>
            <a:spLocks noGrp="1"/>
          </p:cNvSpPr>
          <p:nvPr>
            <p:ph type="body"/>
          </p:nvPr>
        </p:nvSpPr>
        <p:spPr>
          <a:xfrm>
            <a:off x="838080" y="1825560"/>
            <a:ext cx="10504440" cy="43401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23" name="PlaceHolder 3"/>
          <p:cNvSpPr>
            <a:spLocks noGrp="1"/>
          </p:cNvSpPr>
          <p:nvPr>
            <p:ph type="ftr" idx="10"/>
          </p:nvPr>
        </p:nvSpPr>
        <p:spPr>
          <a:xfrm>
            <a:off x="4038480" y="6356520"/>
            <a:ext cx="4103640" cy="353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ea typeface="DejaVu Sans"/>
              </a:defRPr>
            </a:lvl1pPr>
          </a:lstStyle>
          <a:p>
            <a:pPr indent="0" algn="ctr" defTabSz="914400">
              <a:lnSpc>
                <a:spcPct val="100000"/>
              </a:lnSpc>
              <a:buNone/>
              <a:tabLst>
                <a:tab pos="0" algn="l"/>
              </a:tabLst>
            </a:pPr>
            <a:r>
              <a:rPr lang="es-ES" sz="1400" b="0" strike="noStrike" spc="-1">
                <a:solidFill>
                  <a:srgbClr val="000000"/>
                </a:solidFill>
                <a:latin typeface="Times New Roman"/>
                <a:ea typeface="DejaVu Sans"/>
              </a:rPr>
              <a:t>&lt;pie de página&gt;</a:t>
            </a:r>
            <a:endParaRPr lang="es-ES" sz="1400" b="0" strike="noStrike" spc="-1">
              <a:solidFill>
                <a:srgbClr val="000000"/>
              </a:solidFill>
              <a:latin typeface="Times New Roman"/>
            </a:endParaRPr>
          </a:p>
        </p:txBody>
      </p:sp>
      <p:sp>
        <p:nvSpPr>
          <p:cNvPr id="24" name="PlaceHolder 4"/>
          <p:cNvSpPr>
            <a:spLocks noGrp="1"/>
          </p:cNvSpPr>
          <p:nvPr>
            <p:ph type="sldNum" idx="11"/>
          </p:nvPr>
        </p:nvSpPr>
        <p:spPr>
          <a:xfrm>
            <a:off x="8610480" y="6356520"/>
            <a:ext cx="2732040" cy="353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rgbClr val="757575"/>
                </a:solidFill>
                <a:latin typeface="Arial"/>
                <a:ea typeface="Arial"/>
              </a:defRPr>
            </a:lvl1pPr>
          </a:lstStyle>
          <a:p>
            <a:pPr indent="0" algn="r" defTabSz="914400">
              <a:lnSpc>
                <a:spcPct val="100000"/>
              </a:lnSpc>
              <a:buNone/>
              <a:tabLst>
                <a:tab pos="0" algn="l"/>
              </a:tabLst>
            </a:pPr>
            <a:fld id="{ADB543D0-7270-4D47-81CF-59FD94D356AB}" type="slidenum">
              <a:rPr lang="en-US" sz="1200" b="0" strike="noStrike" spc="-1">
                <a:solidFill>
                  <a:srgbClr val="757575"/>
                </a:solidFill>
                <a:latin typeface="Arial"/>
                <a:ea typeface="Arial"/>
              </a:rPr>
              <a:t>‹Nº›</a:t>
            </a:fld>
            <a:endParaRPr lang="es-ES" sz="1200" b="0" strike="noStrike" spc="-1">
              <a:solidFill>
                <a:srgbClr val="000000"/>
              </a:solidFill>
              <a:latin typeface="Times New Roman"/>
            </a:endParaRPr>
          </a:p>
        </p:txBody>
      </p:sp>
      <p:sp>
        <p:nvSpPr>
          <p:cNvPr id="25" name="PlaceHolder 5"/>
          <p:cNvSpPr>
            <a:spLocks noGrp="1"/>
          </p:cNvSpPr>
          <p:nvPr>
            <p:ph type="dt" idx="12"/>
          </p:nvPr>
        </p:nvSpPr>
        <p:spPr>
          <a:xfrm>
            <a:off x="838080" y="6356520"/>
            <a:ext cx="2732040" cy="35388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29" name="PlaceHolder 2"/>
          <p:cNvSpPr>
            <a:spLocks noGrp="1"/>
          </p:cNvSpPr>
          <p:nvPr>
            <p:ph type="body"/>
          </p:nvPr>
        </p:nvSpPr>
        <p:spPr>
          <a:xfrm>
            <a:off x="838080" y="1825560"/>
            <a:ext cx="10504440" cy="43401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30" name="PlaceHolder 3"/>
          <p:cNvSpPr>
            <a:spLocks noGrp="1"/>
          </p:cNvSpPr>
          <p:nvPr>
            <p:ph type="ftr" idx="13"/>
          </p:nvPr>
        </p:nvSpPr>
        <p:spPr>
          <a:xfrm>
            <a:off x="4038480" y="6356520"/>
            <a:ext cx="4103640" cy="353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ea typeface="DejaVu Sans"/>
              </a:defRPr>
            </a:lvl1pPr>
          </a:lstStyle>
          <a:p>
            <a:pPr indent="0" algn="ctr" defTabSz="914400">
              <a:lnSpc>
                <a:spcPct val="100000"/>
              </a:lnSpc>
              <a:buNone/>
              <a:tabLst>
                <a:tab pos="0" algn="l"/>
              </a:tabLst>
            </a:pPr>
            <a:r>
              <a:rPr lang="es-ES" sz="1400" b="0" strike="noStrike" spc="-1">
                <a:solidFill>
                  <a:srgbClr val="000000"/>
                </a:solidFill>
                <a:latin typeface="Times New Roman"/>
                <a:ea typeface="DejaVu Sans"/>
              </a:rPr>
              <a:t>&lt;pie de página&gt;</a:t>
            </a:r>
            <a:endParaRPr lang="es-ES" sz="1400" b="0" strike="noStrike" spc="-1">
              <a:solidFill>
                <a:srgbClr val="000000"/>
              </a:solidFill>
              <a:latin typeface="Times New Roman"/>
            </a:endParaRPr>
          </a:p>
        </p:txBody>
      </p:sp>
      <p:sp>
        <p:nvSpPr>
          <p:cNvPr id="31" name="PlaceHolder 4"/>
          <p:cNvSpPr>
            <a:spLocks noGrp="1"/>
          </p:cNvSpPr>
          <p:nvPr>
            <p:ph type="sldNum" idx="14"/>
          </p:nvPr>
        </p:nvSpPr>
        <p:spPr>
          <a:xfrm>
            <a:off x="8610480" y="6356520"/>
            <a:ext cx="2732040" cy="353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rgbClr val="757575"/>
                </a:solidFill>
                <a:latin typeface="Arial"/>
                <a:ea typeface="Arial"/>
              </a:defRPr>
            </a:lvl1pPr>
          </a:lstStyle>
          <a:p>
            <a:pPr indent="0" algn="r" defTabSz="914400">
              <a:lnSpc>
                <a:spcPct val="100000"/>
              </a:lnSpc>
              <a:buNone/>
              <a:tabLst>
                <a:tab pos="0" algn="l"/>
              </a:tabLst>
            </a:pPr>
            <a:fld id="{505946BC-908D-4024-A3DC-504E0032AB72}" type="slidenum">
              <a:rPr lang="en-US" sz="1200" b="0" strike="noStrike" spc="-1">
                <a:solidFill>
                  <a:srgbClr val="757575"/>
                </a:solidFill>
                <a:latin typeface="Arial"/>
                <a:ea typeface="Arial"/>
              </a:rPr>
              <a:t>‹Nº›</a:t>
            </a:fld>
            <a:endParaRPr lang="es-ES" sz="1200" b="0" strike="noStrike" spc="-1">
              <a:solidFill>
                <a:srgbClr val="000000"/>
              </a:solidFill>
              <a:latin typeface="Times New Roman"/>
            </a:endParaRPr>
          </a:p>
        </p:txBody>
      </p:sp>
      <p:sp>
        <p:nvSpPr>
          <p:cNvPr id="32" name="PlaceHolder 5"/>
          <p:cNvSpPr>
            <a:spLocks noGrp="1"/>
          </p:cNvSpPr>
          <p:nvPr>
            <p:ph type="dt" idx="15"/>
          </p:nvPr>
        </p:nvSpPr>
        <p:spPr>
          <a:xfrm>
            <a:off x="838080" y="6356520"/>
            <a:ext cx="2732040" cy="35388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36" name="PlaceHolder 2"/>
          <p:cNvSpPr>
            <a:spLocks noGrp="1"/>
          </p:cNvSpPr>
          <p:nvPr>
            <p:ph type="body"/>
          </p:nvPr>
        </p:nvSpPr>
        <p:spPr>
          <a:xfrm>
            <a:off x="838080" y="1825560"/>
            <a:ext cx="10504440" cy="43401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37" name="PlaceHolder 3"/>
          <p:cNvSpPr>
            <a:spLocks noGrp="1"/>
          </p:cNvSpPr>
          <p:nvPr>
            <p:ph type="ftr" idx="16"/>
          </p:nvPr>
        </p:nvSpPr>
        <p:spPr>
          <a:xfrm>
            <a:off x="4038480" y="6356520"/>
            <a:ext cx="4103640" cy="353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ea typeface="DejaVu Sans"/>
              </a:defRPr>
            </a:lvl1pPr>
          </a:lstStyle>
          <a:p>
            <a:pPr indent="0" algn="ctr" defTabSz="914400">
              <a:lnSpc>
                <a:spcPct val="100000"/>
              </a:lnSpc>
              <a:buNone/>
              <a:tabLst>
                <a:tab pos="0" algn="l"/>
              </a:tabLst>
            </a:pPr>
            <a:r>
              <a:rPr lang="es-ES" sz="1400" b="0" strike="noStrike" spc="-1">
                <a:solidFill>
                  <a:srgbClr val="000000"/>
                </a:solidFill>
                <a:latin typeface="Times New Roman"/>
                <a:ea typeface="DejaVu Sans"/>
              </a:rPr>
              <a:t>&lt;pie de página&gt;</a:t>
            </a:r>
            <a:endParaRPr lang="es-ES" sz="1400" b="0" strike="noStrike" spc="-1">
              <a:solidFill>
                <a:srgbClr val="000000"/>
              </a:solidFill>
              <a:latin typeface="Times New Roman"/>
            </a:endParaRPr>
          </a:p>
        </p:txBody>
      </p:sp>
      <p:sp>
        <p:nvSpPr>
          <p:cNvPr id="38" name="PlaceHolder 4"/>
          <p:cNvSpPr>
            <a:spLocks noGrp="1"/>
          </p:cNvSpPr>
          <p:nvPr>
            <p:ph type="sldNum" idx="17"/>
          </p:nvPr>
        </p:nvSpPr>
        <p:spPr>
          <a:xfrm>
            <a:off x="8610480" y="6356520"/>
            <a:ext cx="2732040" cy="353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rgbClr val="757575"/>
                </a:solidFill>
                <a:latin typeface="Arial"/>
                <a:ea typeface="Arial"/>
              </a:defRPr>
            </a:lvl1pPr>
          </a:lstStyle>
          <a:p>
            <a:pPr indent="0" algn="r" defTabSz="914400">
              <a:lnSpc>
                <a:spcPct val="100000"/>
              </a:lnSpc>
              <a:buNone/>
              <a:tabLst>
                <a:tab pos="0" algn="l"/>
              </a:tabLst>
            </a:pPr>
            <a:fld id="{8B044562-E703-430A-99CF-D28C3A061C85}" type="slidenum">
              <a:rPr lang="en-US" sz="1200" b="0" strike="noStrike" spc="-1">
                <a:solidFill>
                  <a:srgbClr val="757575"/>
                </a:solidFill>
                <a:latin typeface="Arial"/>
                <a:ea typeface="Arial"/>
              </a:rPr>
              <a:t>‹Nº›</a:t>
            </a:fld>
            <a:endParaRPr lang="es-ES" sz="1200" b="0" strike="noStrike" spc="-1">
              <a:solidFill>
                <a:srgbClr val="000000"/>
              </a:solidFill>
              <a:latin typeface="Times New Roman"/>
            </a:endParaRPr>
          </a:p>
        </p:txBody>
      </p:sp>
      <p:sp>
        <p:nvSpPr>
          <p:cNvPr id="39" name="PlaceHolder 5"/>
          <p:cNvSpPr>
            <a:spLocks noGrp="1"/>
          </p:cNvSpPr>
          <p:nvPr>
            <p:ph type="dt" idx="18"/>
          </p:nvPr>
        </p:nvSpPr>
        <p:spPr>
          <a:xfrm>
            <a:off x="838080" y="6356520"/>
            <a:ext cx="2732040" cy="35388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04440" cy="131436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43" name="PlaceHolder 2"/>
          <p:cNvSpPr>
            <a:spLocks noGrp="1"/>
          </p:cNvSpPr>
          <p:nvPr>
            <p:ph type="body"/>
          </p:nvPr>
        </p:nvSpPr>
        <p:spPr>
          <a:xfrm>
            <a:off x="838080" y="1825560"/>
            <a:ext cx="10504440" cy="43401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44" name="PlaceHolder 3"/>
          <p:cNvSpPr>
            <a:spLocks noGrp="1"/>
          </p:cNvSpPr>
          <p:nvPr>
            <p:ph type="ftr" idx="1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45" name="PlaceHolder 4"/>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strike="noStrike" spc="-1">
                <a:solidFill>
                  <a:srgbClr val="757575"/>
                </a:solidFill>
                <a:latin typeface="Arial"/>
                <a:ea typeface="Arial"/>
              </a:defRPr>
            </a:lvl1pPr>
          </a:lstStyle>
          <a:p>
            <a:pPr indent="0" algn="r">
              <a:lnSpc>
                <a:spcPct val="100000"/>
              </a:lnSpc>
              <a:buNone/>
              <a:tabLst>
                <a:tab pos="0" algn="l"/>
              </a:tabLst>
            </a:pPr>
            <a:fld id="{E36FC81A-AB4B-4BCF-AD61-D246ACDCFEA0}" type="slidenum">
              <a:rPr lang="en-US" sz="1200" b="0" strike="noStrike" spc="-1">
                <a:solidFill>
                  <a:srgbClr val="757575"/>
                </a:solidFill>
                <a:latin typeface="Arial"/>
                <a:ea typeface="Arial"/>
              </a:rPr>
              <a:t>‹Nº›</a:t>
            </a:fld>
            <a:endParaRPr lang="es-ES" sz="1200" b="0" strike="noStrike" spc="-1">
              <a:solidFill>
                <a:srgbClr val="000000"/>
              </a:solidFill>
              <a:latin typeface="Times New Roman"/>
            </a:endParaRPr>
          </a:p>
        </p:txBody>
      </p:sp>
      <p:sp>
        <p:nvSpPr>
          <p:cNvPr id="46" name="PlaceHolder 5"/>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6.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hyperlink" Target="https://www.cocomore.com/blog/new-css-trigonometric-functions-and-animations" TargetMode="External"/><Relationship Id="rId2" Type="http://schemas.openxmlformats.org/officeDocument/2006/relationships/image" Target="../media/image4.jpeg"/><Relationship Id="rId1" Type="http://schemas.openxmlformats.org/officeDocument/2006/relationships/slideLayout" Target="../slideLayouts/slideLayout6.xml"/><Relationship Id="rId6" Type="http://schemas.openxmlformats.org/officeDocument/2006/relationships/hyperlink" Target="https://lafechoriadeideas.wordpress.com/" TargetMode="External"/><Relationship Id="rId5" Type="http://schemas.openxmlformats.org/officeDocument/2006/relationships/hyperlink" Target="https://www.cocomore.com/blog/how-place-scrollbars-outside-element-using-css-container-units" TargetMode="External"/><Relationship Id="rId4" Type="http://schemas.openxmlformats.org/officeDocument/2006/relationships/hyperlink" Target="https://www.cocomore.com/blog/css-subgrid-and-container-units-applying-modern-solutions-old-problems-use-cas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2.png"/><Relationship Id="rId2" Type="http://schemas.openxmlformats.org/officeDocument/2006/relationships/image" Target="../media/image4.jpeg"/><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4.jpeg"/><Relationship Id="rId1" Type="http://schemas.openxmlformats.org/officeDocument/2006/relationships/slideLayout" Target="../slideLayouts/slideLayout6.xml"/><Relationship Id="rId6" Type="http://schemas.openxmlformats.org/officeDocument/2006/relationships/image" Target="../media/image17.png"/><Relationship Id="rId5" Type="http://schemas.openxmlformats.org/officeDocument/2006/relationships/image" Target="../media/image16.jpeg"/><Relationship Id="rId4" Type="http://schemas.openxmlformats.org/officeDocument/2006/relationships/image" Target="../media/image15.jpeg"/></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4.jpeg"/><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4.jpeg"/><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jpeg"/><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4.jpeg"/><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www.cursor.com/dashboard?tab=settings" TargetMode="Externa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6.xml"/><Relationship Id="rId5" Type="http://schemas.openxmlformats.org/officeDocument/2006/relationships/image" Target="../media/image37.png"/><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www.drupal.org/project/jquery_deprecated_functions/releases/1.0.0" TargetMode="Externa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8" Type="http://schemas.openxmlformats.org/officeDocument/2006/relationships/hyperlink" Target="https://es.wired.com/articulos/vibe-coding-asi-es-como-la-ia-esta-cambiando-la-industria-de-la-programacion" TargetMode="External"/><Relationship Id="rId3" Type="http://schemas.openxmlformats.org/officeDocument/2006/relationships/hyperlink" Target="https://github.com/PatrickJS/awesome-cursorrules" TargetMode="External"/><Relationship Id="rId7" Type="http://schemas.openxmlformats.org/officeDocument/2006/relationships/hyperlink" Target="https://www.youtube.com/watch?v=h2giTZogX0M" TargetMode="External"/><Relationship Id="rId2" Type="http://schemas.openxmlformats.org/officeDocument/2006/relationships/hyperlink" Target="https://computerhoy.20minutos.es/tecnologia/programadores-alian-ia-pero-podrian-estar-cavando-propia-tumba-estoy-cuatro-proyectos-vez-aunque-realidad-1467087" TargetMode="External"/><Relationship Id="rId1" Type="http://schemas.openxmlformats.org/officeDocument/2006/relationships/slideLayout" Target="../slideLayouts/slideLayout6.xml"/><Relationship Id="rId6" Type="http://schemas.openxmlformats.org/officeDocument/2006/relationships/hyperlink" Target="https://www.youtube.com/watch?v=YWwS911iLhg" TargetMode="External"/><Relationship Id="rId5" Type="http://schemas.openxmlformats.org/officeDocument/2006/relationships/hyperlink" Target="https://www.youtube.com/watch?v=bg4z70cOOF4" TargetMode="External"/><Relationship Id="rId10" Type="http://schemas.openxmlformats.org/officeDocument/2006/relationships/hyperlink" Target="https://platform.openai.com/docs/guides/gpt-best-practices" TargetMode="External"/><Relationship Id="rId4" Type="http://schemas.openxmlformats.org/officeDocument/2006/relationships/hyperlink" Target="https://www.youtube.com/watch?v=cE84Q5IRR6U" TargetMode="External"/><Relationship Id="rId9" Type="http://schemas.openxmlformats.org/officeDocument/2006/relationships/hyperlink" Target="https://youtu.be/as9N6_b732I?si=75hhhtGL5sOFF7w6"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youtu.be/pSkKSEwJaX0?si=MTv6McTZbFziJXmh" TargetMode="External"/><Relationship Id="rId3" Type="http://schemas.openxmlformats.org/officeDocument/2006/relationships/hyperlink" Target="https://www.xataka.com/robotica-e-ia/este-desarrollador-se-prometia-felices-usando-ia-para-programar-que-ia-borro-toda-base-datos-su-app" TargetMode="External"/><Relationship Id="rId7" Type="http://schemas.openxmlformats.org/officeDocument/2006/relationships/hyperlink" Target="https://www.genbeta.com/desarrollo/vibe-coding-revolucion-para-ser-productivo-programadores-senior-se-sienten-nineras-codigo" TargetMode="External"/><Relationship Id="rId2" Type="http://schemas.openxmlformats.org/officeDocument/2006/relationships/hyperlink" Target="https://www.youtube.com/watch?v=cMLqa7cJ64I" TargetMode="External"/><Relationship Id="rId1" Type="http://schemas.openxmlformats.org/officeDocument/2006/relationships/slideLayout" Target="../slideLayouts/slideLayout6.xml"/><Relationship Id="rId6" Type="http://schemas.openxmlformats.org/officeDocument/2006/relationships/hyperlink" Target="https://www.tomsguide.com/ai/vibe-coding" TargetMode="External"/><Relationship Id="rId5" Type="http://schemas.openxmlformats.org/officeDocument/2006/relationships/hyperlink" Target="https://www.xataka.com/robotica-e-ia/desarrolladores-experiencia-esperaban-mejorar-su-productividad-ia-estudio-mostro-justo-contrario" TargetMode="External"/><Relationship Id="rId4" Type="http://schemas.openxmlformats.org/officeDocument/2006/relationships/hyperlink" Target="https://www.genbeta.com/desarrollo/mucho-mejor-que-cursor-kiro-nuevo-editor-codigo-amazon-para-programadores-que-integra-vibe-coding" TargetMode="External"/><Relationship Id="rId9" Type="http://schemas.openxmlformats.org/officeDocument/2006/relationships/hyperlink" Target="https://youtu.be/cMLqa7cJ64I?si=oJqrb7OF-zShyIWC" TargetMode="External"/></Relationships>
</file>

<file path=ppt/slides/_rels/slide4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41.png"/></Relationships>
</file>

<file path=ppt/slides/_rels/slide42.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13" Type="http://schemas.openxmlformats.org/officeDocument/2006/relationships/image" Target="../media/image52.png"/><Relationship Id="rId18" Type="http://schemas.openxmlformats.org/officeDocument/2006/relationships/image" Target="../media/image57.png"/><Relationship Id="rId26" Type="http://schemas.openxmlformats.org/officeDocument/2006/relationships/image" Target="../media/image65.svg"/><Relationship Id="rId39" Type="http://schemas.openxmlformats.org/officeDocument/2006/relationships/image" Target="../media/image78.png"/><Relationship Id="rId21" Type="http://schemas.openxmlformats.org/officeDocument/2006/relationships/image" Target="../media/image60.png"/><Relationship Id="rId34" Type="http://schemas.openxmlformats.org/officeDocument/2006/relationships/image" Target="../media/image73.png"/><Relationship Id="rId42" Type="http://schemas.openxmlformats.org/officeDocument/2006/relationships/image" Target="../media/image81.svg"/><Relationship Id="rId7" Type="http://schemas.openxmlformats.org/officeDocument/2006/relationships/image" Target="../media/image46.png"/><Relationship Id="rId2" Type="http://schemas.openxmlformats.org/officeDocument/2006/relationships/notesSlide" Target="../notesSlides/notesSlide15.xml"/><Relationship Id="rId16" Type="http://schemas.openxmlformats.org/officeDocument/2006/relationships/image" Target="../media/image55.png"/><Relationship Id="rId29"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45.svg"/><Relationship Id="rId11" Type="http://schemas.openxmlformats.org/officeDocument/2006/relationships/image" Target="../media/image50.png"/><Relationship Id="rId24" Type="http://schemas.openxmlformats.org/officeDocument/2006/relationships/image" Target="../media/image63.svg"/><Relationship Id="rId32" Type="http://schemas.openxmlformats.org/officeDocument/2006/relationships/image" Target="../media/image71.svg"/><Relationship Id="rId37" Type="http://schemas.openxmlformats.org/officeDocument/2006/relationships/image" Target="../media/image76.png"/><Relationship Id="rId40" Type="http://schemas.openxmlformats.org/officeDocument/2006/relationships/image" Target="../media/image79.svg"/><Relationship Id="rId45" Type="http://schemas.openxmlformats.org/officeDocument/2006/relationships/image" Target="../media/image42.png"/><Relationship Id="rId5" Type="http://schemas.openxmlformats.org/officeDocument/2006/relationships/image" Target="../media/image44.png"/><Relationship Id="rId15" Type="http://schemas.openxmlformats.org/officeDocument/2006/relationships/image" Target="../media/image54.png"/><Relationship Id="rId23" Type="http://schemas.openxmlformats.org/officeDocument/2006/relationships/image" Target="../media/image62.png"/><Relationship Id="rId28" Type="http://schemas.openxmlformats.org/officeDocument/2006/relationships/image" Target="../media/image67.svg"/><Relationship Id="rId36" Type="http://schemas.openxmlformats.org/officeDocument/2006/relationships/image" Target="../media/image75.svg"/><Relationship Id="rId10" Type="http://schemas.openxmlformats.org/officeDocument/2006/relationships/image" Target="../media/image49.svg"/><Relationship Id="rId19" Type="http://schemas.openxmlformats.org/officeDocument/2006/relationships/image" Target="../media/image58.png"/><Relationship Id="rId31" Type="http://schemas.openxmlformats.org/officeDocument/2006/relationships/image" Target="../media/image70.png"/><Relationship Id="rId44" Type="http://schemas.openxmlformats.org/officeDocument/2006/relationships/image" Target="../media/image41.png"/><Relationship Id="rId4" Type="http://schemas.openxmlformats.org/officeDocument/2006/relationships/image" Target="../media/image40.png"/><Relationship Id="rId9" Type="http://schemas.openxmlformats.org/officeDocument/2006/relationships/image" Target="../media/image48.png"/><Relationship Id="rId14" Type="http://schemas.openxmlformats.org/officeDocument/2006/relationships/image" Target="../media/image53.svg"/><Relationship Id="rId22" Type="http://schemas.openxmlformats.org/officeDocument/2006/relationships/image" Target="../media/image61.svg"/><Relationship Id="rId27" Type="http://schemas.openxmlformats.org/officeDocument/2006/relationships/image" Target="../media/image66.png"/><Relationship Id="rId30" Type="http://schemas.openxmlformats.org/officeDocument/2006/relationships/image" Target="../media/image69.png"/><Relationship Id="rId35" Type="http://schemas.openxmlformats.org/officeDocument/2006/relationships/image" Target="../media/image74.png"/><Relationship Id="rId43" Type="http://schemas.openxmlformats.org/officeDocument/2006/relationships/image" Target="../media/image82.png"/><Relationship Id="rId8" Type="http://schemas.openxmlformats.org/officeDocument/2006/relationships/image" Target="../media/image47.svg"/><Relationship Id="rId3" Type="http://schemas.openxmlformats.org/officeDocument/2006/relationships/image" Target="../media/image4.jpeg"/><Relationship Id="rId12" Type="http://schemas.openxmlformats.org/officeDocument/2006/relationships/image" Target="../media/image51.svg"/><Relationship Id="rId17" Type="http://schemas.openxmlformats.org/officeDocument/2006/relationships/image" Target="../media/image56.svg"/><Relationship Id="rId25" Type="http://schemas.openxmlformats.org/officeDocument/2006/relationships/image" Target="../media/image64.png"/><Relationship Id="rId33" Type="http://schemas.openxmlformats.org/officeDocument/2006/relationships/image" Target="../media/image72.png"/><Relationship Id="rId38" Type="http://schemas.openxmlformats.org/officeDocument/2006/relationships/image" Target="../media/image77.svg"/><Relationship Id="rId46" Type="http://schemas.openxmlformats.org/officeDocument/2006/relationships/image" Target="../media/image43.png"/><Relationship Id="rId20" Type="http://schemas.openxmlformats.org/officeDocument/2006/relationships/image" Target="../media/image59.svg"/><Relationship Id="rId41" Type="http://schemas.openxmlformats.org/officeDocument/2006/relationships/image" Target="../media/image80.png"/></Relationships>
</file>

<file path=ppt/slides/_rels/slide44.xml.rels><?xml version="1.0" encoding="UTF-8" standalone="yes"?>
<Relationships xmlns="http://schemas.openxmlformats.org/package/2006/relationships"><Relationship Id="rId2" Type="http://schemas.openxmlformats.org/officeDocument/2006/relationships/image" Target="../media/image83.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55" name="Google Shape;89;p13"/>
          <p:cNvSpPr/>
          <p:nvPr/>
        </p:nvSpPr>
        <p:spPr>
          <a:xfrm>
            <a:off x="1440" y="0"/>
            <a:ext cx="12177720" cy="68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FFFFFF"/>
              </a:solidFill>
              <a:latin typeface="Arial"/>
              <a:ea typeface="DejaVu Sans"/>
            </a:endParaRPr>
          </a:p>
        </p:txBody>
      </p:sp>
      <p:sp>
        <p:nvSpPr>
          <p:cNvPr id="56" name="Google Shape;90;p13"/>
          <p:cNvSpPr/>
          <p:nvPr/>
        </p:nvSpPr>
        <p:spPr>
          <a:xfrm>
            <a:off x="1030680" y="5111640"/>
            <a:ext cx="3212280" cy="424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200" b="0" strike="noStrike" spc="-1">
                <a:solidFill>
                  <a:srgbClr val="363E61"/>
                </a:solidFill>
                <a:latin typeface="Tahoma"/>
                <a:ea typeface="Tahoma"/>
              </a:rPr>
              <a:t>Isaac Pavón Pérez</a:t>
            </a:r>
            <a:endParaRPr lang="es-ES" sz="2200" b="0" strike="noStrike" spc="-1">
              <a:solidFill>
                <a:srgbClr val="FFFFFF"/>
              </a:solidFill>
              <a:latin typeface="Arial"/>
            </a:endParaRPr>
          </a:p>
        </p:txBody>
      </p:sp>
      <p:sp>
        <p:nvSpPr>
          <p:cNvPr id="57" name="Google Shape;91;p13"/>
          <p:cNvSpPr/>
          <p:nvPr/>
        </p:nvSpPr>
        <p:spPr>
          <a:xfrm>
            <a:off x="1030680" y="2462760"/>
            <a:ext cx="335880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800" b="1" strike="noStrike" spc="-1">
                <a:solidFill>
                  <a:srgbClr val="363E61"/>
                </a:solidFill>
                <a:latin typeface="Century Gothic"/>
                <a:ea typeface="Century Gothic"/>
              </a:rPr>
              <a:t>USANDO CURSOR AI PARA REFACTORIZAR CÓDIGO LEGACY</a:t>
            </a:r>
            <a:endParaRPr lang="es-ES" sz="2800" b="0" strike="noStrike" spc="-1">
              <a:solidFill>
                <a:srgbClr val="FFFFFF"/>
              </a:solidFill>
              <a:latin typeface="Arial"/>
            </a:endParaRPr>
          </a:p>
        </p:txBody>
      </p:sp>
      <p:cxnSp>
        <p:nvCxnSpPr>
          <p:cNvPr id="58" name="Google Shape;92;p13"/>
          <p:cNvCxnSpPr/>
          <p:nvPr/>
        </p:nvCxnSpPr>
        <p:spPr>
          <a:xfrm>
            <a:off x="1106280" y="4874400"/>
            <a:ext cx="3236760" cy="21600"/>
          </a:xfrm>
          <a:prstGeom prst="straightConnector1">
            <a:avLst/>
          </a:prstGeom>
          <a:ln w="19080">
            <a:solidFill>
              <a:srgbClr val="179AD7"/>
            </a:solidFill>
            <a:miter/>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59" name="Google Shape;98;p14"/>
          <p:cNvSpPr/>
          <p:nvPr/>
        </p:nvSpPr>
        <p:spPr>
          <a:xfrm>
            <a:off x="4645080" y="574920"/>
            <a:ext cx="659520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3000" b="1" strike="noStrike" spc="-1">
                <a:solidFill>
                  <a:srgbClr val="363E61"/>
                </a:solidFill>
                <a:latin typeface="Century Gothic"/>
                <a:ea typeface="Century Gothic"/>
              </a:rPr>
              <a:t>CONTENIDOS</a:t>
            </a:r>
            <a:endParaRPr lang="es-ES" sz="3000" b="0" strike="noStrike" spc="-1">
              <a:solidFill>
                <a:srgbClr val="000000"/>
              </a:solidFill>
              <a:latin typeface="Arial"/>
            </a:endParaRPr>
          </a:p>
        </p:txBody>
      </p:sp>
      <p:sp>
        <p:nvSpPr>
          <p:cNvPr id="60" name="Google Shape;99;p14"/>
          <p:cNvSpPr/>
          <p:nvPr/>
        </p:nvSpPr>
        <p:spPr>
          <a:xfrm>
            <a:off x="5229360" y="145080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Presentación</a:t>
            </a:r>
            <a:endParaRPr lang="es-ES" sz="1800" b="0" strike="noStrike" spc="-1">
              <a:solidFill>
                <a:srgbClr val="000000"/>
              </a:solidFill>
              <a:latin typeface="Arial"/>
            </a:endParaRPr>
          </a:p>
        </p:txBody>
      </p:sp>
      <p:sp>
        <p:nvSpPr>
          <p:cNvPr id="61" name="Google Shape;100;p14"/>
          <p:cNvSpPr/>
          <p:nvPr/>
        </p:nvSpPr>
        <p:spPr>
          <a:xfrm>
            <a:off x="4708080" y="142848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01</a:t>
            </a:r>
            <a:endParaRPr lang="es-ES" sz="2000" b="0" strike="noStrike" spc="-1">
              <a:solidFill>
                <a:srgbClr val="000000"/>
              </a:solidFill>
              <a:latin typeface="Arial"/>
            </a:endParaRPr>
          </a:p>
        </p:txBody>
      </p:sp>
      <p:sp>
        <p:nvSpPr>
          <p:cNvPr id="62" name="Google Shape;101;p14"/>
          <p:cNvSpPr/>
          <p:nvPr/>
        </p:nvSpPr>
        <p:spPr>
          <a:xfrm>
            <a:off x="5229360" y="192204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¿Qué es Vibe Coding?</a:t>
            </a:r>
            <a:endParaRPr lang="es-ES" sz="1800" b="0" strike="noStrike" spc="-1">
              <a:solidFill>
                <a:srgbClr val="000000"/>
              </a:solidFill>
              <a:latin typeface="Arial"/>
            </a:endParaRPr>
          </a:p>
        </p:txBody>
      </p:sp>
      <p:sp>
        <p:nvSpPr>
          <p:cNvPr id="63" name="Google Shape;102;p14"/>
          <p:cNvSpPr/>
          <p:nvPr/>
        </p:nvSpPr>
        <p:spPr>
          <a:xfrm>
            <a:off x="4708080" y="190152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02</a:t>
            </a:r>
            <a:endParaRPr lang="es-ES" sz="2000" b="0" strike="noStrike" spc="-1">
              <a:solidFill>
                <a:srgbClr val="000000"/>
              </a:solidFill>
              <a:latin typeface="Arial"/>
            </a:endParaRPr>
          </a:p>
        </p:txBody>
      </p:sp>
      <p:sp>
        <p:nvSpPr>
          <p:cNvPr id="64" name="Google Shape;103;p14"/>
          <p:cNvSpPr/>
          <p:nvPr/>
        </p:nvSpPr>
        <p:spPr>
          <a:xfrm>
            <a:off x="5229360" y="239364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¿Qué es Cursor AI?</a:t>
            </a:r>
            <a:endParaRPr lang="es-ES" sz="1800" b="0" strike="noStrike" spc="-1">
              <a:solidFill>
                <a:srgbClr val="000000"/>
              </a:solidFill>
              <a:latin typeface="Arial"/>
            </a:endParaRPr>
          </a:p>
        </p:txBody>
      </p:sp>
      <p:sp>
        <p:nvSpPr>
          <p:cNvPr id="65" name="Google Shape;104;p14"/>
          <p:cNvSpPr/>
          <p:nvPr/>
        </p:nvSpPr>
        <p:spPr>
          <a:xfrm>
            <a:off x="4708080" y="237456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03</a:t>
            </a:r>
            <a:endParaRPr lang="es-ES" sz="2000" b="0" strike="noStrike" spc="-1">
              <a:solidFill>
                <a:srgbClr val="000000"/>
              </a:solidFill>
              <a:latin typeface="Arial"/>
            </a:endParaRPr>
          </a:p>
        </p:txBody>
      </p:sp>
      <p:sp>
        <p:nvSpPr>
          <p:cNvPr id="66" name="Google Shape;105;p14"/>
          <p:cNvSpPr/>
          <p:nvPr/>
        </p:nvSpPr>
        <p:spPr>
          <a:xfrm>
            <a:off x="5229360" y="286524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Ventajas de Cursor AI frente a otras soluciones</a:t>
            </a:r>
            <a:endParaRPr lang="es-ES" sz="1800" b="0" strike="noStrike" spc="-1">
              <a:solidFill>
                <a:srgbClr val="000000"/>
              </a:solidFill>
              <a:latin typeface="Arial"/>
            </a:endParaRPr>
          </a:p>
        </p:txBody>
      </p:sp>
      <p:sp>
        <p:nvSpPr>
          <p:cNvPr id="67" name="Google Shape;106;p14"/>
          <p:cNvSpPr/>
          <p:nvPr/>
        </p:nvSpPr>
        <p:spPr>
          <a:xfrm>
            <a:off x="4708080" y="284760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04</a:t>
            </a:r>
            <a:endParaRPr lang="es-ES" sz="2000" b="0" strike="noStrike" spc="-1">
              <a:solidFill>
                <a:srgbClr val="000000"/>
              </a:solidFill>
              <a:latin typeface="Arial"/>
            </a:endParaRPr>
          </a:p>
        </p:txBody>
      </p:sp>
      <p:sp>
        <p:nvSpPr>
          <p:cNvPr id="68" name="Google Shape;107;p14"/>
          <p:cNvSpPr/>
          <p:nvPr/>
        </p:nvSpPr>
        <p:spPr>
          <a:xfrm>
            <a:off x="5229360" y="333648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Precios de Cursor AI</a:t>
            </a:r>
            <a:endParaRPr lang="es-ES" sz="1800" b="0" strike="noStrike" spc="-1">
              <a:solidFill>
                <a:srgbClr val="000000"/>
              </a:solidFill>
              <a:latin typeface="Arial"/>
            </a:endParaRPr>
          </a:p>
        </p:txBody>
      </p:sp>
      <p:sp>
        <p:nvSpPr>
          <p:cNvPr id="69" name="Google Shape;108;p14"/>
          <p:cNvSpPr/>
          <p:nvPr/>
        </p:nvSpPr>
        <p:spPr>
          <a:xfrm>
            <a:off x="4708080" y="332064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05</a:t>
            </a:r>
            <a:endParaRPr lang="es-ES" sz="2000" b="0" strike="noStrike" spc="-1">
              <a:solidFill>
                <a:srgbClr val="000000"/>
              </a:solidFill>
              <a:latin typeface="Arial"/>
            </a:endParaRPr>
          </a:p>
        </p:txBody>
      </p:sp>
      <p:sp>
        <p:nvSpPr>
          <p:cNvPr id="70" name="Google Shape;109;p14"/>
          <p:cNvSpPr/>
          <p:nvPr/>
        </p:nvSpPr>
        <p:spPr>
          <a:xfrm>
            <a:off x="5229360" y="380808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Instalación de Cursor AI</a:t>
            </a:r>
            <a:endParaRPr lang="es-ES" sz="1800" b="0" strike="noStrike" spc="-1">
              <a:solidFill>
                <a:srgbClr val="000000"/>
              </a:solidFill>
              <a:latin typeface="Arial"/>
            </a:endParaRPr>
          </a:p>
        </p:txBody>
      </p:sp>
      <p:sp>
        <p:nvSpPr>
          <p:cNvPr id="71" name="Google Shape;110;p14"/>
          <p:cNvSpPr/>
          <p:nvPr/>
        </p:nvSpPr>
        <p:spPr>
          <a:xfrm>
            <a:off x="4708080" y="379368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06</a:t>
            </a:r>
            <a:endParaRPr lang="es-ES" sz="2000" b="0" strike="noStrike" spc="-1">
              <a:solidFill>
                <a:srgbClr val="000000"/>
              </a:solidFill>
              <a:latin typeface="Arial"/>
            </a:endParaRPr>
          </a:p>
        </p:txBody>
      </p:sp>
      <p:sp>
        <p:nvSpPr>
          <p:cNvPr id="72" name="Google Shape;111;p14"/>
          <p:cNvSpPr/>
          <p:nvPr/>
        </p:nvSpPr>
        <p:spPr>
          <a:xfrm>
            <a:off x="5229360" y="427968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Configuración de Cursor AI: modelos y reglas</a:t>
            </a:r>
            <a:endParaRPr lang="es-ES" sz="1800" b="0" strike="noStrike" spc="-1">
              <a:solidFill>
                <a:srgbClr val="000000"/>
              </a:solidFill>
              <a:latin typeface="Arial"/>
            </a:endParaRPr>
          </a:p>
        </p:txBody>
      </p:sp>
      <p:sp>
        <p:nvSpPr>
          <p:cNvPr id="73" name="Google Shape;112;p14"/>
          <p:cNvSpPr/>
          <p:nvPr/>
        </p:nvSpPr>
        <p:spPr>
          <a:xfrm>
            <a:off x="4708080" y="426672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07</a:t>
            </a:r>
            <a:endParaRPr lang="es-ES" sz="2000" b="0" strike="noStrike" spc="-1">
              <a:solidFill>
                <a:srgbClr val="000000"/>
              </a:solidFill>
              <a:latin typeface="Arial"/>
            </a:endParaRPr>
          </a:p>
        </p:txBody>
      </p:sp>
      <p:sp>
        <p:nvSpPr>
          <p:cNvPr id="74" name="Google Shape;113;p14"/>
          <p:cNvSpPr/>
          <p:nvPr/>
        </p:nvSpPr>
        <p:spPr>
          <a:xfrm>
            <a:off x="5229360" y="475092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Refactorizando código legacy</a:t>
            </a:r>
            <a:endParaRPr lang="es-ES" sz="1800" b="0" strike="noStrike" spc="-1">
              <a:solidFill>
                <a:srgbClr val="000000"/>
              </a:solidFill>
              <a:latin typeface="Arial"/>
            </a:endParaRPr>
          </a:p>
        </p:txBody>
      </p:sp>
      <p:sp>
        <p:nvSpPr>
          <p:cNvPr id="75" name="Google Shape;114;p14"/>
          <p:cNvSpPr/>
          <p:nvPr/>
        </p:nvSpPr>
        <p:spPr>
          <a:xfrm>
            <a:off x="4708080" y="474012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08</a:t>
            </a:r>
            <a:endParaRPr lang="es-ES" sz="2000" b="0" strike="noStrike" spc="-1">
              <a:solidFill>
                <a:srgbClr val="000000"/>
              </a:solidFill>
              <a:latin typeface="Arial"/>
            </a:endParaRPr>
          </a:p>
        </p:txBody>
      </p:sp>
      <p:sp>
        <p:nvSpPr>
          <p:cNvPr id="76" name="Google Shape;115;p14"/>
          <p:cNvSpPr/>
          <p:nvPr/>
        </p:nvSpPr>
        <p:spPr>
          <a:xfrm>
            <a:off x="5229360" y="522252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Conclusiones personales: luces y sombras</a:t>
            </a:r>
            <a:endParaRPr lang="es-ES" sz="1800" b="0" strike="noStrike" spc="-1">
              <a:solidFill>
                <a:srgbClr val="000000"/>
              </a:solidFill>
              <a:latin typeface="Arial"/>
            </a:endParaRPr>
          </a:p>
        </p:txBody>
      </p:sp>
      <p:sp>
        <p:nvSpPr>
          <p:cNvPr id="77" name="Google Shape;116;p14"/>
          <p:cNvSpPr/>
          <p:nvPr/>
        </p:nvSpPr>
        <p:spPr>
          <a:xfrm>
            <a:off x="4708080" y="521316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09</a:t>
            </a:r>
            <a:endParaRPr lang="es-ES" sz="2000" b="0" strike="noStrike" spc="-1">
              <a:solidFill>
                <a:srgbClr val="000000"/>
              </a:solidFill>
              <a:latin typeface="Arial"/>
            </a:endParaRPr>
          </a:p>
        </p:txBody>
      </p:sp>
      <p:sp>
        <p:nvSpPr>
          <p:cNvPr id="78" name="Google Shape;117;p14"/>
          <p:cNvSpPr/>
          <p:nvPr/>
        </p:nvSpPr>
        <p:spPr>
          <a:xfrm>
            <a:off x="5229360" y="5694120"/>
            <a:ext cx="56023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800" b="1" strike="noStrike" spc="-1">
                <a:solidFill>
                  <a:srgbClr val="747474"/>
                </a:solidFill>
                <a:latin typeface="Century Gothic"/>
                <a:ea typeface="Century Gothic"/>
              </a:rPr>
              <a:t>Referencias</a:t>
            </a:r>
            <a:endParaRPr lang="es-ES" sz="1800" b="0" strike="noStrike" spc="-1">
              <a:solidFill>
                <a:srgbClr val="000000"/>
              </a:solidFill>
              <a:latin typeface="Arial"/>
            </a:endParaRPr>
          </a:p>
        </p:txBody>
      </p:sp>
      <p:sp>
        <p:nvSpPr>
          <p:cNvPr id="79" name="Google Shape;118;p14"/>
          <p:cNvSpPr/>
          <p:nvPr/>
        </p:nvSpPr>
        <p:spPr>
          <a:xfrm>
            <a:off x="4708080" y="5686200"/>
            <a:ext cx="507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tabLst>
                <a:tab pos="0" algn="l"/>
              </a:tabLst>
            </a:pPr>
            <a:r>
              <a:rPr lang="es-ES" sz="2000" b="1" strike="noStrike" spc="-1">
                <a:solidFill>
                  <a:srgbClr val="363E61"/>
                </a:solidFill>
                <a:latin typeface="Century Gothic"/>
                <a:ea typeface="Century Gothic"/>
              </a:rPr>
              <a:t>10</a:t>
            </a:r>
            <a:endParaRPr lang="es-ES" sz="2000" b="0" strike="noStrike" spc="-1">
              <a:solidFill>
                <a:srgbClr val="000000"/>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80" name="Google Shape;124;p15"/>
          <p:cNvSpPr/>
          <p:nvPr/>
        </p:nvSpPr>
        <p:spPr>
          <a:xfrm>
            <a:off x="619920" y="4273560"/>
            <a:ext cx="2863800" cy="470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Presentación</a:t>
            </a:r>
            <a:endParaRPr lang="es-ES" sz="2500" b="0" strike="noStrike" spc="-1">
              <a:solidFill>
                <a:srgbClr val="000000"/>
              </a:solidFill>
              <a:latin typeface="Arial"/>
            </a:endParaRPr>
          </a:p>
        </p:txBody>
      </p:sp>
      <p:sp>
        <p:nvSpPr>
          <p:cNvPr id="81" name="Google Shape;125;p 2"/>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Century Gothic"/>
              </a:rPr>
              <a:t>01</a:t>
            </a:r>
            <a:endParaRPr lang="es-ES" sz="6000" b="0" strike="noStrike" spc="-1">
              <a:solidFill>
                <a:srgbClr val="000000"/>
              </a:solidFill>
              <a:latin typeface="Arial"/>
            </a:endParaRPr>
          </a:p>
        </p:txBody>
      </p:sp>
      <p:cxnSp>
        <p:nvCxnSpPr>
          <p:cNvPr id="82" name="Google Shape;126;p 2"/>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83" name="Google Shape;201;p 2"/>
          <p:cNvSpPr/>
          <p:nvPr/>
        </p:nvSpPr>
        <p:spPr>
          <a:xfrm>
            <a:off x="929160" y="1712160"/>
            <a:ext cx="5474160" cy="219204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50000"/>
              </a:lnSpc>
              <a:tabLst>
                <a:tab pos="0" algn="l"/>
              </a:tabLst>
            </a:pPr>
            <a:r>
              <a:rPr lang="es-ES" sz="1600" b="1" strike="noStrike" spc="-1">
                <a:solidFill>
                  <a:schemeClr val="dk1"/>
                </a:solidFill>
                <a:latin typeface="Tahoma"/>
                <a:ea typeface="Tahoma"/>
              </a:rPr>
              <a:t>Resumen trayectoria:</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Desarrollador FE (Freelance), 2016-2018: HTML, CSS, SASS, SCSS, JavaScript, jQuery.</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Desarrollador FE (Cocomore), 2018 – Actualidad: Drupal, HTML, CSS, SASS, SCSS, JavaScript, jQuery, Twig.</a:t>
            </a:r>
            <a:endParaRPr lang="es-ES" sz="1600" b="0" strike="noStrike" spc="-1">
              <a:solidFill>
                <a:srgbClr val="000000"/>
              </a:solidFill>
              <a:latin typeface="Arial"/>
            </a:endParaRPr>
          </a:p>
        </p:txBody>
      </p:sp>
      <p:sp>
        <p:nvSpPr>
          <p:cNvPr id="84" name="Google Shape;202;p 2"/>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85" name="Google Shape;203;p 2"/>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PRESENTACIÓN</a:t>
            </a:r>
            <a:endParaRPr lang="es-ES" sz="2000" b="0" strike="noStrike" spc="-1">
              <a:solidFill>
                <a:srgbClr val="000000"/>
              </a:solidFill>
              <a:latin typeface="Arial"/>
            </a:endParaRPr>
          </a:p>
        </p:txBody>
      </p:sp>
      <p:sp>
        <p:nvSpPr>
          <p:cNvPr id="86" name="Google Shape;204;p 2"/>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Sobre mí</a:t>
            </a:r>
            <a:endParaRPr lang="es-ES" sz="1600" b="0" strike="noStrike" spc="-1">
              <a:solidFill>
                <a:srgbClr val="000000"/>
              </a:solidFill>
              <a:latin typeface="Arial"/>
            </a:endParaRPr>
          </a:p>
        </p:txBody>
      </p:sp>
      <p:sp>
        <p:nvSpPr>
          <p:cNvPr id="87" name="Google Shape;205;p 2"/>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01</a:t>
            </a:r>
            <a:endParaRPr lang="es-ES" sz="5000" b="0" strike="noStrike" spc="-1">
              <a:solidFill>
                <a:srgbClr val="000000"/>
              </a:solidFill>
              <a:latin typeface="Arial"/>
            </a:endParaRPr>
          </a:p>
        </p:txBody>
      </p:sp>
      <p:cxnSp>
        <p:nvCxnSpPr>
          <p:cNvPr id="88" name="Google Shape;206;p 2"/>
          <p:cNvCxnSpPr/>
          <p:nvPr/>
        </p:nvCxnSpPr>
        <p:spPr>
          <a:xfrm flipV="1">
            <a:off x="1358640" y="618840"/>
            <a:ext cx="11880" cy="687960"/>
          </a:xfrm>
          <a:prstGeom prst="straightConnector1">
            <a:avLst/>
          </a:prstGeom>
          <a:ln w="19080">
            <a:solidFill>
              <a:srgbClr val="179AD7"/>
            </a:solidFill>
            <a:miter/>
          </a:ln>
        </p:spPr>
      </p:cxnSp>
      <p:pic>
        <p:nvPicPr>
          <p:cNvPr id="89" name="Google Shape;179;p24"/>
          <p:cNvPicPr/>
          <p:nvPr/>
        </p:nvPicPr>
        <p:blipFill>
          <a:blip r:embed="rId3"/>
          <a:stretch/>
        </p:blipFill>
        <p:spPr>
          <a:xfrm>
            <a:off x="900000" y="4264200"/>
            <a:ext cx="264240" cy="350640"/>
          </a:xfrm>
          <a:prstGeom prst="rect">
            <a:avLst/>
          </a:prstGeom>
          <a:ln w="0">
            <a:noFill/>
          </a:ln>
        </p:spPr>
      </p:pic>
      <p:sp>
        <p:nvSpPr>
          <p:cNvPr id="90" name="Rectángulo 83"/>
          <p:cNvSpPr/>
          <p:nvPr/>
        </p:nvSpPr>
        <p:spPr>
          <a:xfrm>
            <a:off x="1260000" y="4174200"/>
            <a:ext cx="5030640" cy="530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50000"/>
              </a:lnSpc>
              <a:tabLst>
                <a:tab pos="0" algn="l"/>
              </a:tabLst>
            </a:pPr>
            <a:r>
              <a:rPr lang="es-ES" sz="1600" b="0" strike="noStrike" spc="-1">
                <a:solidFill>
                  <a:schemeClr val="dk1"/>
                </a:solidFill>
                <a:latin typeface="Tahoma"/>
                <a:ea typeface="Tahoma"/>
              </a:rPr>
              <a:t>https://www.drupal.org/u/ipavonperez</a:t>
            </a:r>
            <a:endParaRPr lang="es-ES" sz="1600" b="0" strike="noStrike" spc="-1">
              <a:solidFill>
                <a:srgbClr val="000000"/>
              </a:solidFill>
              <a:latin typeface="Arial"/>
            </a:endParaRPr>
          </a:p>
        </p:txBody>
      </p:sp>
      <p:pic>
        <p:nvPicPr>
          <p:cNvPr id="91" name="Imagen 84"/>
          <p:cNvPicPr/>
          <p:nvPr/>
        </p:nvPicPr>
        <p:blipFill>
          <a:blip r:embed="rId4"/>
          <a:stretch/>
        </p:blipFill>
        <p:spPr>
          <a:xfrm>
            <a:off x="864000" y="4788000"/>
            <a:ext cx="350640" cy="350640"/>
          </a:xfrm>
          <a:prstGeom prst="rect">
            <a:avLst/>
          </a:prstGeom>
          <a:ln w="0">
            <a:noFill/>
          </a:ln>
        </p:spPr>
      </p:pic>
      <p:sp>
        <p:nvSpPr>
          <p:cNvPr id="92" name="Rectángulo 85"/>
          <p:cNvSpPr/>
          <p:nvPr/>
        </p:nvSpPr>
        <p:spPr>
          <a:xfrm>
            <a:off x="1260000" y="4698000"/>
            <a:ext cx="5030640" cy="530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50000"/>
              </a:lnSpc>
              <a:tabLst>
                <a:tab pos="0" algn="l"/>
              </a:tabLst>
            </a:pPr>
            <a:r>
              <a:rPr lang="es-ES" sz="1600" b="0" strike="noStrike" spc="-1">
                <a:solidFill>
                  <a:schemeClr val="dk1"/>
                </a:solidFill>
                <a:latin typeface="Tahoma"/>
                <a:ea typeface="Tahoma"/>
              </a:rPr>
              <a:t>https://www.linkedin.com/in/isaac-pavon-perez</a:t>
            </a:r>
            <a:endParaRPr lang="es-ES" sz="1600" b="0" strike="noStrike" spc="-1">
              <a:solidFill>
                <a:srgbClr val="000000"/>
              </a:solidFill>
              <a:latin typeface="Arial"/>
            </a:endParaRPr>
          </a:p>
        </p:txBody>
      </p:sp>
      <p:pic>
        <p:nvPicPr>
          <p:cNvPr id="93" name="Google Shape;474;p 1"/>
          <p:cNvPicPr/>
          <p:nvPr/>
        </p:nvPicPr>
        <p:blipFill>
          <a:blip r:embed="rId5"/>
          <a:stretch/>
        </p:blipFill>
        <p:spPr>
          <a:xfrm flipH="1">
            <a:off x="873000" y="5292000"/>
            <a:ext cx="351000" cy="351000"/>
          </a:xfrm>
          <a:prstGeom prst="rect">
            <a:avLst/>
          </a:prstGeom>
          <a:ln w="0">
            <a:noFill/>
          </a:ln>
        </p:spPr>
      </p:pic>
      <p:sp>
        <p:nvSpPr>
          <p:cNvPr id="94" name="Rectángulo 87"/>
          <p:cNvSpPr/>
          <p:nvPr/>
        </p:nvSpPr>
        <p:spPr>
          <a:xfrm>
            <a:off x="1260000" y="5220360"/>
            <a:ext cx="5030640" cy="494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50000"/>
              </a:lnSpc>
              <a:tabLst>
                <a:tab pos="0" algn="l"/>
              </a:tabLst>
            </a:pPr>
            <a:r>
              <a:rPr lang="es-ES" sz="1600" b="0" strike="noStrike" spc="-1">
                <a:solidFill>
                  <a:schemeClr val="dk1"/>
                </a:solidFill>
                <a:latin typeface="Tahoma"/>
                <a:ea typeface="Tahoma"/>
              </a:rPr>
              <a:t>isaac.pavon@cocomore.com</a:t>
            </a:r>
            <a:endParaRPr lang="es-ES" sz="1600" b="0" strike="noStrike" spc="-1">
              <a:solidFill>
                <a:srgbClr val="000000"/>
              </a:solidFill>
              <a:latin typeface="Arial"/>
            </a:endParaRPr>
          </a:p>
        </p:txBody>
      </p:sp>
      <p:pic>
        <p:nvPicPr>
          <p:cNvPr id="95" name="Imagen 94"/>
          <p:cNvPicPr/>
          <p:nvPr/>
        </p:nvPicPr>
        <p:blipFill>
          <a:blip r:embed="rId6"/>
          <a:stretch/>
        </p:blipFill>
        <p:spPr>
          <a:xfrm>
            <a:off x="6642000" y="1713600"/>
            <a:ext cx="4854960" cy="3710160"/>
          </a:xfrm>
          <a:prstGeom prst="rect">
            <a:avLst/>
          </a:prstGeom>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96" name="Google Shape;201;p 1"/>
          <p:cNvSpPr/>
          <p:nvPr/>
        </p:nvSpPr>
        <p:spPr>
          <a:xfrm>
            <a:off x="929160" y="1712160"/>
            <a:ext cx="10221840" cy="384660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50000"/>
              </a:lnSpc>
              <a:tabLst>
                <a:tab pos="0" algn="l"/>
              </a:tabLst>
            </a:pPr>
            <a:r>
              <a:rPr lang="es-ES" sz="1600" b="1" strike="noStrike" spc="-1">
                <a:solidFill>
                  <a:schemeClr val="dk1"/>
                </a:solidFill>
                <a:latin typeface="Tahoma"/>
                <a:ea typeface="Tahoma"/>
              </a:rPr>
              <a:t>Artículos</a:t>
            </a:r>
            <a:r>
              <a:rPr lang="es-ES" sz="1600" b="0" strike="noStrike" spc="-1">
                <a:solidFill>
                  <a:schemeClr val="dk1"/>
                </a:solidFill>
                <a:latin typeface="Tahoma"/>
                <a:ea typeface="Tahoma"/>
              </a:rPr>
              <a:t>:</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1" i="1" strike="noStrike" spc="-1">
                <a:solidFill>
                  <a:schemeClr val="dk1"/>
                </a:solidFill>
                <a:latin typeface="Tahoma"/>
                <a:ea typeface="Tahoma"/>
              </a:rPr>
              <a:t>New CSS Trigonometric functions and animations</a:t>
            </a:r>
            <a:r>
              <a:rPr lang="es-ES" sz="1600" b="0" strike="noStrike" spc="-1">
                <a:solidFill>
                  <a:schemeClr val="dk1"/>
                </a:solidFill>
                <a:latin typeface="Tahoma"/>
                <a:ea typeface="Tahoma"/>
              </a:rPr>
              <a:t>: </a:t>
            </a:r>
            <a:r>
              <a:rPr lang="es-ES" sz="1600" b="0" u="sng" strike="noStrike" spc="-1">
                <a:solidFill>
                  <a:schemeClr val="dk1"/>
                </a:solidFill>
                <a:uFillTx/>
                <a:latin typeface="Tahoma"/>
                <a:ea typeface="Tahoma"/>
                <a:hlinkClick r:id="rId3"/>
              </a:rPr>
              <a:t>https://www.cocomore.com/blog/new-css-trigonometric-functions-and-animations</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1" i="1" strike="noStrike" spc="-1">
                <a:solidFill>
                  <a:schemeClr val="dk1"/>
                </a:solidFill>
                <a:latin typeface="Tahoma"/>
                <a:ea typeface="Tahoma"/>
              </a:rPr>
              <a:t>CSS subgrid and container units</a:t>
            </a:r>
            <a:r>
              <a:rPr lang="es-ES" sz="1600" b="0" strike="noStrike" spc="-1">
                <a:solidFill>
                  <a:schemeClr val="dk1"/>
                </a:solidFill>
                <a:latin typeface="Tahoma"/>
                <a:ea typeface="Tahoma"/>
              </a:rPr>
              <a:t>:  </a:t>
            </a:r>
            <a:r>
              <a:rPr lang="es-ES" sz="1600" b="0" u="sng" strike="noStrike" spc="-1">
                <a:solidFill>
                  <a:schemeClr val="dk1"/>
                </a:solidFill>
                <a:uFillTx/>
                <a:latin typeface="Tahoma"/>
                <a:ea typeface="Tahoma"/>
                <a:hlinkClick r:id="rId4"/>
              </a:rPr>
              <a:t>https://www.cocomore.com/blog/css-subgrid-and-container-units-applying-modern-solutions-old-problems-use-case</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1" i="1" strike="noStrike" spc="-1">
                <a:solidFill>
                  <a:schemeClr val="dk1"/>
                </a:solidFill>
                <a:latin typeface="Tahoma"/>
                <a:ea typeface="Tahoma"/>
              </a:rPr>
              <a:t>How place scrollbars outside element using css container units</a:t>
            </a:r>
            <a:r>
              <a:rPr lang="es-ES" sz="1600" b="0" strike="noStrike" spc="-1">
                <a:solidFill>
                  <a:schemeClr val="dk1"/>
                </a:solidFill>
                <a:latin typeface="Tahoma"/>
                <a:ea typeface="Tahoma"/>
              </a:rPr>
              <a:t>: </a:t>
            </a:r>
            <a:r>
              <a:rPr lang="es-ES" sz="1600" b="0" u="sng" strike="noStrike" spc="-1">
                <a:solidFill>
                  <a:schemeClr val="dk1"/>
                </a:solidFill>
                <a:uFillTx/>
                <a:latin typeface="Tahoma"/>
                <a:ea typeface="Tahoma"/>
                <a:hlinkClick r:id="rId5"/>
              </a:rPr>
              <a:t>https://www.cocomore.com/blog/how-place-scrollbars-outside-element-using-css-container-units</a:t>
            </a:r>
            <a:endParaRPr lang="es-ES" sz="1600" b="0" strike="noStrike" spc="-1">
              <a:solidFill>
                <a:srgbClr val="000000"/>
              </a:solidFill>
              <a:latin typeface="Arial"/>
            </a:endParaRPr>
          </a:p>
          <a:p>
            <a:pPr defTabSz="914400">
              <a:lnSpc>
                <a:spcPct val="150000"/>
              </a:lnSpc>
              <a:tabLst>
                <a:tab pos="0" algn="l"/>
              </a:tabLst>
            </a:pPr>
            <a:endParaRPr lang="es-ES" sz="1600" b="0" strike="noStrike" spc="-1">
              <a:solidFill>
                <a:srgbClr val="000000"/>
              </a:solidFill>
              <a:latin typeface="Arial"/>
            </a:endParaRPr>
          </a:p>
          <a:p>
            <a:pPr defTabSz="914400">
              <a:lnSpc>
                <a:spcPct val="150000"/>
              </a:lnSpc>
              <a:tabLst>
                <a:tab pos="0" algn="l"/>
              </a:tabLst>
            </a:pPr>
            <a:r>
              <a:rPr lang="es-ES" sz="1600" b="1" strike="noStrike" spc="-1">
                <a:solidFill>
                  <a:srgbClr val="000000"/>
                </a:solidFill>
                <a:latin typeface="Tahoma"/>
                <a:ea typeface="DejaVu Sans"/>
              </a:rPr>
              <a:t>Otros menesteres</a:t>
            </a:r>
            <a:r>
              <a:rPr lang="es-ES" sz="1600" b="0" strike="noStrike" spc="-1">
                <a:solidFill>
                  <a:srgbClr val="000000"/>
                </a:solidFill>
                <a:latin typeface="Tahoma"/>
                <a:ea typeface="DejaVu Sans"/>
              </a:rPr>
              <a:t>:</a:t>
            </a:r>
            <a:endParaRPr lang="es-ES" sz="1600" b="0" strike="noStrike" spc="-1">
              <a:solidFill>
                <a:srgbClr val="000000"/>
              </a:solidFill>
              <a:latin typeface="Arial"/>
            </a:endParaRPr>
          </a:p>
          <a:p>
            <a:pPr defTabSz="914400">
              <a:lnSpc>
                <a:spcPct val="150000"/>
              </a:lnSpc>
              <a:tabLst>
                <a:tab pos="0" algn="l"/>
              </a:tabLst>
            </a:pPr>
            <a:r>
              <a:rPr lang="es-ES" sz="1600" b="0" u="sng" strike="noStrike" spc="-1">
                <a:solidFill>
                  <a:srgbClr val="467886"/>
                </a:solidFill>
                <a:uFillTx/>
                <a:latin typeface="Tahoma"/>
                <a:ea typeface="DejaVu Sans"/>
                <a:hlinkClick r:id="rId6"/>
              </a:rPr>
              <a:t>https://lafechoriadeideas.wordpress.com/</a:t>
            </a:r>
            <a:endParaRPr lang="es-ES" sz="1600" b="0" strike="noStrike" spc="-1">
              <a:solidFill>
                <a:srgbClr val="000000"/>
              </a:solidFill>
              <a:latin typeface="Arial"/>
            </a:endParaRPr>
          </a:p>
        </p:txBody>
      </p:sp>
      <p:sp>
        <p:nvSpPr>
          <p:cNvPr id="97" name="Google Shape;202;p 1"/>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98" name="Google Shape;203;p 1"/>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PRESENTACIÓN</a:t>
            </a:r>
            <a:endParaRPr lang="es-ES" sz="2000" b="0" strike="noStrike" spc="-1">
              <a:solidFill>
                <a:srgbClr val="000000"/>
              </a:solidFill>
              <a:latin typeface="Arial"/>
            </a:endParaRPr>
          </a:p>
        </p:txBody>
      </p:sp>
      <p:sp>
        <p:nvSpPr>
          <p:cNvPr id="99" name="Google Shape;204;p 1"/>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Sobre mí</a:t>
            </a:r>
            <a:endParaRPr lang="es-ES" sz="1600" b="0" strike="noStrike" spc="-1">
              <a:solidFill>
                <a:srgbClr val="000000"/>
              </a:solidFill>
              <a:latin typeface="Arial"/>
            </a:endParaRPr>
          </a:p>
        </p:txBody>
      </p:sp>
      <p:sp>
        <p:nvSpPr>
          <p:cNvPr id="100" name="Google Shape;205;p 1"/>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01</a:t>
            </a:r>
            <a:endParaRPr lang="es-ES" sz="5000" b="0" strike="noStrike" spc="-1">
              <a:solidFill>
                <a:srgbClr val="000000"/>
              </a:solidFill>
              <a:latin typeface="Arial"/>
            </a:endParaRPr>
          </a:p>
        </p:txBody>
      </p:sp>
      <p:cxnSp>
        <p:nvCxnSpPr>
          <p:cNvPr id="101" name="Google Shape;206;p 1"/>
          <p:cNvCxnSpPr/>
          <p:nvPr/>
        </p:nvCxnSpPr>
        <p:spPr>
          <a:xfrm flipV="1">
            <a:off x="1358640" y="618840"/>
            <a:ext cx="11880" cy="687960"/>
          </a:xfrm>
          <a:prstGeom prst="straightConnector1">
            <a:avLst/>
          </a:prstGeom>
          <a:ln w="19080">
            <a:solidFill>
              <a:srgbClr val="179AD7"/>
            </a:solidFill>
            <a:miter/>
          </a:ln>
        </p:spPr>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102" name="Google Shape;201;p 3"/>
          <p:cNvSpPr/>
          <p:nvPr/>
        </p:nvSpPr>
        <p:spPr>
          <a:xfrm>
            <a:off x="929160" y="1712160"/>
            <a:ext cx="5474160" cy="255744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Agencia internacional de marketing, IT y experiencia de usuario, desde el año 2000.</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180–200 empleados en Alemania, Suiza y España</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Estrategias de experiencia de cliente y campañas de contenido, desarrollo de software (Drupal entre otros), comercio electrónico, y diseño de productos digitales.</a:t>
            </a:r>
            <a:endParaRPr lang="es-ES" sz="1600" b="0" strike="noStrike" spc="-1">
              <a:solidFill>
                <a:srgbClr val="000000"/>
              </a:solidFill>
              <a:latin typeface="Arial"/>
            </a:endParaRPr>
          </a:p>
        </p:txBody>
      </p:sp>
      <p:sp>
        <p:nvSpPr>
          <p:cNvPr id="103" name="Google Shape;202;p 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104" name="Google Shape;203;p 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PRESENTACIÓN</a:t>
            </a:r>
            <a:endParaRPr lang="es-ES" sz="2000" b="0" strike="noStrike" spc="-1">
              <a:solidFill>
                <a:srgbClr val="000000"/>
              </a:solidFill>
              <a:latin typeface="Arial"/>
            </a:endParaRPr>
          </a:p>
        </p:txBody>
      </p:sp>
      <p:sp>
        <p:nvSpPr>
          <p:cNvPr id="105" name="Google Shape;204;p 3"/>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Sobre Cocomore</a:t>
            </a:r>
            <a:endParaRPr lang="es-ES" sz="1600" b="0" strike="noStrike" spc="-1">
              <a:solidFill>
                <a:srgbClr val="000000"/>
              </a:solidFill>
              <a:latin typeface="Arial"/>
            </a:endParaRPr>
          </a:p>
        </p:txBody>
      </p:sp>
      <p:sp>
        <p:nvSpPr>
          <p:cNvPr id="106" name="Google Shape;205;p 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01</a:t>
            </a:r>
            <a:endParaRPr lang="es-ES" sz="5000" b="0" strike="noStrike" spc="-1">
              <a:solidFill>
                <a:srgbClr val="000000"/>
              </a:solidFill>
              <a:latin typeface="Arial"/>
            </a:endParaRPr>
          </a:p>
        </p:txBody>
      </p:sp>
      <p:cxnSp>
        <p:nvCxnSpPr>
          <p:cNvPr id="107" name="Google Shape;206;p 3"/>
          <p:cNvCxnSpPr/>
          <p:nvPr/>
        </p:nvCxnSpPr>
        <p:spPr>
          <a:xfrm flipV="1">
            <a:off x="1358640" y="618840"/>
            <a:ext cx="11880" cy="687960"/>
          </a:xfrm>
          <a:prstGeom prst="straightConnector1">
            <a:avLst/>
          </a:prstGeom>
          <a:ln w="19080">
            <a:solidFill>
              <a:srgbClr val="179AD7"/>
            </a:solidFill>
            <a:miter/>
          </a:ln>
        </p:spPr>
      </p:cxnSp>
      <p:sp>
        <p:nvSpPr>
          <p:cNvPr id="108" name="Rectángulo 100"/>
          <p:cNvSpPr/>
          <p:nvPr/>
        </p:nvSpPr>
        <p:spPr>
          <a:xfrm>
            <a:off x="1260000" y="4554000"/>
            <a:ext cx="5030640" cy="530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50000"/>
              </a:lnSpc>
              <a:tabLst>
                <a:tab pos="0" algn="l"/>
              </a:tabLst>
            </a:pPr>
            <a:r>
              <a:rPr lang="es-ES" sz="1600" b="0" strike="noStrike" spc="-1">
                <a:solidFill>
                  <a:schemeClr val="dk1"/>
                </a:solidFill>
                <a:latin typeface="Tahoma"/>
                <a:ea typeface="Tahoma"/>
              </a:rPr>
              <a:t>https://www.cocomore.com/</a:t>
            </a:r>
            <a:endParaRPr lang="es-ES" sz="1600" b="0" strike="noStrike" spc="-1">
              <a:solidFill>
                <a:srgbClr val="000000"/>
              </a:solidFill>
              <a:latin typeface="Arial"/>
            </a:endParaRPr>
          </a:p>
        </p:txBody>
      </p:sp>
      <p:pic>
        <p:nvPicPr>
          <p:cNvPr id="109" name="Imagen 101"/>
          <p:cNvPicPr/>
          <p:nvPr/>
        </p:nvPicPr>
        <p:blipFill>
          <a:blip r:embed="rId3"/>
          <a:stretch/>
        </p:blipFill>
        <p:spPr>
          <a:xfrm>
            <a:off x="864000" y="5184000"/>
            <a:ext cx="350640" cy="350640"/>
          </a:xfrm>
          <a:prstGeom prst="rect">
            <a:avLst/>
          </a:prstGeom>
          <a:ln w="0">
            <a:noFill/>
          </a:ln>
        </p:spPr>
      </p:pic>
      <p:sp>
        <p:nvSpPr>
          <p:cNvPr id="110" name="Rectángulo 102"/>
          <p:cNvSpPr/>
          <p:nvPr/>
        </p:nvSpPr>
        <p:spPr>
          <a:xfrm>
            <a:off x="1260000" y="5094000"/>
            <a:ext cx="5030640" cy="530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50000"/>
              </a:lnSpc>
              <a:tabLst>
                <a:tab pos="0" algn="l"/>
              </a:tabLst>
            </a:pPr>
            <a:r>
              <a:rPr lang="es-ES" sz="1600" b="0" strike="noStrike" spc="-1">
                <a:solidFill>
                  <a:schemeClr val="dk1"/>
                </a:solidFill>
                <a:latin typeface="Tahoma"/>
                <a:ea typeface="Tahoma"/>
              </a:rPr>
              <a:t>https://es.linkedin.com/company/cocomore-ag</a:t>
            </a:r>
            <a:endParaRPr lang="es-ES" sz="1600" b="0" strike="noStrike" spc="-1">
              <a:solidFill>
                <a:srgbClr val="000000"/>
              </a:solidFill>
              <a:latin typeface="Arial"/>
            </a:endParaRPr>
          </a:p>
        </p:txBody>
      </p:sp>
      <p:pic>
        <p:nvPicPr>
          <p:cNvPr id="111" name="Google Shape;479;p 1"/>
          <p:cNvPicPr/>
          <p:nvPr/>
        </p:nvPicPr>
        <p:blipFill>
          <a:blip r:embed="rId4"/>
          <a:stretch/>
        </p:blipFill>
        <p:spPr>
          <a:xfrm flipH="1">
            <a:off x="873000" y="4643640"/>
            <a:ext cx="351000" cy="351000"/>
          </a:xfrm>
          <a:prstGeom prst="rect">
            <a:avLst/>
          </a:prstGeom>
          <a:ln w="0">
            <a:noFill/>
          </a:ln>
        </p:spPr>
      </p:pic>
      <p:pic>
        <p:nvPicPr>
          <p:cNvPr id="112" name="Google Shape;176;p24"/>
          <p:cNvPicPr/>
          <p:nvPr/>
        </p:nvPicPr>
        <p:blipFill>
          <a:blip r:embed="rId5"/>
          <a:stretch/>
        </p:blipFill>
        <p:spPr>
          <a:xfrm>
            <a:off x="7217640" y="2588400"/>
            <a:ext cx="3781440" cy="628920"/>
          </a:xfrm>
          <a:prstGeom prst="rect">
            <a:avLst/>
          </a:prstGeom>
          <a:ln w="0">
            <a:noFill/>
          </a:ln>
        </p:spPr>
      </p:pic>
      <p:sp>
        <p:nvSpPr>
          <p:cNvPr id="113" name="Rectángulo 105"/>
          <p:cNvSpPr/>
          <p:nvPr/>
        </p:nvSpPr>
        <p:spPr>
          <a:xfrm>
            <a:off x="8100000" y="4320000"/>
            <a:ext cx="1971000" cy="531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r>
              <a:rPr lang="es-ES" sz="1800" b="1" i="1" strike="noStrike" spc="-1">
                <a:solidFill>
                  <a:srgbClr val="000000"/>
                </a:solidFill>
                <a:latin typeface="Tahoma"/>
                <a:ea typeface="DejaVu Sans"/>
              </a:rPr>
              <a:t>Partners</a:t>
            </a:r>
            <a:endParaRPr lang="es-ES" sz="1800" b="0" strike="noStrike" spc="-1">
              <a:solidFill>
                <a:srgbClr val="000000"/>
              </a:solidFill>
              <a:latin typeface="Arial"/>
            </a:endParaRPr>
          </a:p>
        </p:txBody>
      </p:sp>
      <p:pic>
        <p:nvPicPr>
          <p:cNvPr id="114" name="Imagen 106"/>
          <p:cNvPicPr/>
          <p:nvPr/>
        </p:nvPicPr>
        <p:blipFill>
          <a:blip r:embed="rId6"/>
          <a:stretch/>
        </p:blipFill>
        <p:spPr>
          <a:xfrm>
            <a:off x="7740000" y="4860000"/>
            <a:ext cx="696600" cy="711000"/>
          </a:xfrm>
          <a:prstGeom prst="rect">
            <a:avLst/>
          </a:prstGeom>
          <a:ln w="0">
            <a:noFill/>
          </a:ln>
        </p:spPr>
      </p:pic>
      <p:pic>
        <p:nvPicPr>
          <p:cNvPr id="115" name="Imagen 107"/>
          <p:cNvPicPr/>
          <p:nvPr/>
        </p:nvPicPr>
        <p:blipFill>
          <a:blip r:embed="rId7"/>
          <a:stretch/>
        </p:blipFill>
        <p:spPr>
          <a:xfrm>
            <a:off x="9000000" y="4968000"/>
            <a:ext cx="1636200" cy="531000"/>
          </a:xfrm>
          <a:prstGeom prst="rect">
            <a:avLst/>
          </a:prstGeom>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116" name="Google Shape;132;p16"/>
          <p:cNvSpPr/>
          <p:nvPr/>
        </p:nvSpPr>
        <p:spPr>
          <a:xfrm>
            <a:off x="619920" y="4273560"/>
            <a:ext cx="2863800" cy="85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¿Qué es Vibe Coding?</a:t>
            </a:r>
            <a:endParaRPr lang="es-ES" sz="2500" b="0" strike="noStrike" spc="-1">
              <a:solidFill>
                <a:srgbClr val="000000"/>
              </a:solidFill>
              <a:latin typeface="Arial"/>
            </a:endParaRPr>
          </a:p>
        </p:txBody>
      </p:sp>
      <p:sp>
        <p:nvSpPr>
          <p:cNvPr id="117" name="Google Shape;133;p16"/>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Century Gothic"/>
              </a:rPr>
              <a:t>02</a:t>
            </a:r>
            <a:endParaRPr lang="es-ES" sz="6000" b="0" strike="noStrike" spc="-1">
              <a:solidFill>
                <a:srgbClr val="000000"/>
              </a:solidFill>
              <a:latin typeface="Arial"/>
            </a:endParaRPr>
          </a:p>
        </p:txBody>
      </p:sp>
      <p:cxnSp>
        <p:nvCxnSpPr>
          <p:cNvPr id="118" name="Google Shape;134;p16"/>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119" name="Google Shape;173;p 1"/>
          <p:cNvSpPr/>
          <p:nvPr/>
        </p:nvSpPr>
        <p:spPr>
          <a:xfrm>
            <a:off x="1989360" y="2433240"/>
            <a:ext cx="7815600" cy="329148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defTabSz="914400">
              <a:lnSpc>
                <a:spcPct val="150000"/>
              </a:lnSpc>
              <a:tabLst>
                <a:tab pos="0" algn="l"/>
              </a:tabLst>
            </a:pPr>
            <a:r>
              <a:rPr lang="es-ES" sz="1800" b="0" strike="noStrike" spc="-1" dirty="0">
                <a:solidFill>
                  <a:srgbClr val="363E61"/>
                </a:solidFill>
                <a:latin typeface="Tahoma"/>
                <a:ea typeface="Tahoma"/>
              </a:rPr>
              <a:t>“</a:t>
            </a:r>
            <a:r>
              <a:rPr lang="es-ES" sz="1800" b="0" strike="noStrike" spc="-1" dirty="0" err="1">
                <a:solidFill>
                  <a:srgbClr val="363E61"/>
                </a:solidFill>
                <a:latin typeface="Tahoma"/>
                <a:ea typeface="Tahoma"/>
              </a:rPr>
              <a:t>Vibe</a:t>
            </a:r>
            <a:r>
              <a:rPr lang="es-ES" sz="1800" b="0" strike="noStrike" spc="-1" dirty="0">
                <a:solidFill>
                  <a:srgbClr val="363E61"/>
                </a:solidFill>
                <a:latin typeface="Tahoma"/>
                <a:ea typeface="Tahoma"/>
              </a:rPr>
              <a:t> </a:t>
            </a:r>
            <a:r>
              <a:rPr lang="es-ES" sz="1800" b="0" strike="noStrike" spc="-1" dirty="0" err="1">
                <a:solidFill>
                  <a:srgbClr val="363E61"/>
                </a:solidFill>
                <a:latin typeface="Tahoma"/>
                <a:ea typeface="Tahoma"/>
              </a:rPr>
              <a:t>coding</a:t>
            </a:r>
            <a:r>
              <a:rPr lang="es-ES" sz="1800" b="0" strike="noStrike" spc="-1" dirty="0">
                <a:solidFill>
                  <a:srgbClr val="363E61"/>
                </a:solidFill>
                <a:latin typeface="Tahoma"/>
                <a:ea typeface="Tahoma"/>
              </a:rPr>
              <a:t> es una técnica de programación dependiente de IA en la que una persona describe un problema en unas pocas oraciones como estímulo para un modelo extenso de lenguaje (LLM en inglés) adaptado para la codificación. El LLM genera software, </a:t>
            </a:r>
            <a:r>
              <a:rPr lang="es-ES" sz="1800" b="0" u="sng" strike="noStrike" spc="-1" dirty="0">
                <a:solidFill>
                  <a:srgbClr val="363E61"/>
                </a:solidFill>
                <a:latin typeface="Tahoma"/>
                <a:ea typeface="Tahoma"/>
              </a:rPr>
              <a:t>cambiando el rol</a:t>
            </a:r>
            <a:r>
              <a:rPr lang="es-ES" sz="1800" b="0" strike="noStrike" spc="-1" dirty="0">
                <a:solidFill>
                  <a:srgbClr val="363E61"/>
                </a:solidFill>
                <a:latin typeface="Tahoma"/>
                <a:ea typeface="Tahoma"/>
              </a:rPr>
              <a:t> del programador de la codificación manual a la guía, prueba y refinamiento del código fuente generador por la IA</a:t>
            </a:r>
            <a:r>
              <a:rPr lang="es-ES" sz="1800" b="0" i="1" strike="noStrike" spc="-1" dirty="0">
                <a:solidFill>
                  <a:srgbClr val="363E61"/>
                </a:solidFill>
                <a:latin typeface="Tahoma"/>
                <a:ea typeface="Tahoma"/>
              </a:rPr>
              <a:t>”</a:t>
            </a:r>
            <a:endParaRPr lang="es-ES" sz="1800" b="0" strike="noStrike" spc="-1" dirty="0">
              <a:solidFill>
                <a:srgbClr val="000000"/>
              </a:solidFill>
              <a:latin typeface="Arial"/>
            </a:endParaRPr>
          </a:p>
          <a:p>
            <a:pPr algn="ctr" defTabSz="914400">
              <a:lnSpc>
                <a:spcPct val="150000"/>
              </a:lnSpc>
              <a:tabLst>
                <a:tab pos="0" algn="l"/>
              </a:tabLst>
            </a:pPr>
            <a:endParaRPr lang="es-ES" sz="1800" b="0" strike="noStrike" spc="-1" dirty="0">
              <a:solidFill>
                <a:srgbClr val="000000"/>
              </a:solidFill>
              <a:latin typeface="Arial"/>
            </a:endParaRPr>
          </a:p>
          <a:p>
            <a:pPr algn="ctr" defTabSz="914400">
              <a:lnSpc>
                <a:spcPct val="150000"/>
              </a:lnSpc>
              <a:tabLst>
                <a:tab pos="0" algn="l"/>
              </a:tabLst>
            </a:pPr>
            <a:r>
              <a:rPr lang="es-ES" sz="1800" b="0" i="1" strike="noStrike" spc="-1" dirty="0" err="1">
                <a:solidFill>
                  <a:srgbClr val="363E61"/>
                </a:solidFill>
                <a:latin typeface="Tahoma"/>
                <a:ea typeface="Tahoma"/>
              </a:rPr>
              <a:t>Andres</a:t>
            </a:r>
            <a:r>
              <a:rPr lang="es-ES" sz="1800" b="0" i="1" strike="noStrike" spc="-1" dirty="0">
                <a:solidFill>
                  <a:srgbClr val="363E61"/>
                </a:solidFill>
                <a:latin typeface="Tahoma"/>
                <a:ea typeface="Tahoma"/>
              </a:rPr>
              <a:t> </a:t>
            </a:r>
            <a:r>
              <a:rPr lang="es-ES" sz="1800" b="0" i="1" strike="noStrike" spc="-1" dirty="0" err="1">
                <a:solidFill>
                  <a:srgbClr val="363E61"/>
                </a:solidFill>
                <a:latin typeface="Tahoma"/>
                <a:ea typeface="Tahoma"/>
              </a:rPr>
              <a:t>Karpathy</a:t>
            </a:r>
            <a:r>
              <a:rPr lang="es-ES" sz="1800" b="0" i="1" strike="noStrike" spc="-1" dirty="0">
                <a:solidFill>
                  <a:srgbClr val="363E61"/>
                </a:solidFill>
                <a:latin typeface="Tahoma"/>
                <a:ea typeface="Tahoma"/>
              </a:rPr>
              <a:t>, cofundador de Open AI, febrero 2025.</a:t>
            </a:r>
            <a:endParaRPr lang="es-ES" sz="1800" b="0" strike="noStrike" spc="-1" dirty="0">
              <a:solidFill>
                <a:srgbClr val="000000"/>
              </a:solidFill>
              <a:latin typeface="Arial"/>
            </a:endParaRPr>
          </a:p>
        </p:txBody>
      </p:sp>
      <p:sp>
        <p:nvSpPr>
          <p:cNvPr id="120" name="Google Shape;174;p 1"/>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121" name="Google Shape;175;p 1"/>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¿QUÉ ES VIBE CODING?</a:t>
            </a:r>
            <a:endParaRPr lang="es-ES" sz="2000" b="0" strike="noStrike" spc="-1">
              <a:solidFill>
                <a:srgbClr val="000000"/>
              </a:solidFill>
              <a:latin typeface="Arial"/>
            </a:endParaRPr>
          </a:p>
        </p:txBody>
      </p:sp>
      <p:sp>
        <p:nvSpPr>
          <p:cNvPr id="122" name="Google Shape;176;p 1"/>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Definición más reciente</a:t>
            </a:r>
            <a:endParaRPr lang="es-ES" sz="1600" b="0" strike="noStrike" spc="-1">
              <a:solidFill>
                <a:srgbClr val="000000"/>
              </a:solidFill>
              <a:latin typeface="Arial"/>
            </a:endParaRPr>
          </a:p>
        </p:txBody>
      </p:sp>
      <p:sp>
        <p:nvSpPr>
          <p:cNvPr id="123" name="Google Shape;177;p 1"/>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02</a:t>
            </a:r>
            <a:endParaRPr lang="es-ES" sz="5000" b="0" strike="noStrike" spc="-1">
              <a:solidFill>
                <a:srgbClr val="000000"/>
              </a:solidFill>
              <a:latin typeface="Arial"/>
            </a:endParaRPr>
          </a:p>
        </p:txBody>
      </p:sp>
      <p:cxnSp>
        <p:nvCxnSpPr>
          <p:cNvPr id="124" name="Google Shape;178;p 1"/>
          <p:cNvCxnSpPr/>
          <p:nvPr/>
        </p:nvCxnSpPr>
        <p:spPr>
          <a:xfrm flipV="1">
            <a:off x="1358640" y="618840"/>
            <a:ext cx="11880" cy="687960"/>
          </a:xfrm>
          <a:prstGeom prst="straightConnector1">
            <a:avLst/>
          </a:prstGeom>
          <a:ln w="19080">
            <a:solidFill>
              <a:srgbClr val="179AD7"/>
            </a:solidFill>
            <a:miter/>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125" name="Google Shape;212;p 1"/>
          <p:cNvSpPr/>
          <p:nvPr/>
        </p:nvSpPr>
        <p:spPr>
          <a:xfrm>
            <a:off x="1429200" y="2019600"/>
            <a:ext cx="2775240" cy="2408040"/>
          </a:xfrm>
          <a:prstGeom prst="rect">
            <a:avLst/>
          </a:prstGeom>
          <a:solidFill>
            <a:srgbClr val="F2F2F2"/>
          </a:solidFill>
          <a:ln w="1908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000000"/>
              </a:solidFill>
              <a:latin typeface="Arial"/>
              <a:ea typeface="DejaVu Sans"/>
            </a:endParaRPr>
          </a:p>
        </p:txBody>
      </p:sp>
      <p:sp>
        <p:nvSpPr>
          <p:cNvPr id="126" name="Google Shape;213;p 1"/>
          <p:cNvSpPr/>
          <p:nvPr/>
        </p:nvSpPr>
        <p:spPr>
          <a:xfrm>
            <a:off x="1425600" y="4651200"/>
            <a:ext cx="2774880" cy="487080"/>
          </a:xfrm>
          <a:prstGeom prst="rect">
            <a:avLst/>
          </a:prstGeom>
          <a:noFill/>
          <a:ln w="19080">
            <a:noFill/>
          </a:ln>
        </p:spPr>
        <p:style>
          <a:lnRef idx="0">
            <a:scrgbClr r="0" g="0" b="0"/>
          </a:lnRef>
          <a:fillRef idx="0">
            <a:scrgbClr r="0" g="0" b="0"/>
          </a:fillRef>
          <a:effectRef idx="0">
            <a:scrgbClr r="0" g="0" b="0"/>
          </a:effectRef>
          <a:fontRef idx="minor"/>
        </p:style>
        <p:txBody>
          <a:bodyPr lIns="0" tIns="0" rIns="90000" bIns="0" anchor="t">
            <a:spAutoFit/>
          </a:bodyPr>
          <a:lstStyle/>
          <a:p>
            <a:pPr algn="ctr" defTabSz="914400">
              <a:lnSpc>
                <a:spcPct val="100000"/>
              </a:lnSpc>
              <a:tabLst>
                <a:tab pos="0" algn="l"/>
              </a:tabLst>
            </a:pPr>
            <a:r>
              <a:rPr lang="en-US" sz="1600" b="0" strike="noStrike" spc="-1">
                <a:solidFill>
                  <a:schemeClr val="dk1"/>
                </a:solidFill>
                <a:latin typeface="Tahoma"/>
                <a:ea typeface="Tahoma"/>
              </a:rPr>
              <a:t>Antes de 2022</a:t>
            </a:r>
            <a:endParaRPr lang="es-ES" sz="1600" b="0" strike="noStrike" spc="-1">
              <a:solidFill>
                <a:srgbClr val="000000"/>
              </a:solidFill>
              <a:latin typeface="Arial"/>
            </a:endParaRPr>
          </a:p>
          <a:p>
            <a:pPr algn="ctr" defTabSz="914400">
              <a:lnSpc>
                <a:spcPct val="100000"/>
              </a:lnSpc>
              <a:tabLst>
                <a:tab pos="0" algn="l"/>
              </a:tabLst>
            </a:pPr>
            <a:r>
              <a:rPr lang="en-US" sz="1600" b="0" strike="noStrike" spc="-1">
                <a:solidFill>
                  <a:schemeClr val="dk1"/>
                </a:solidFill>
                <a:latin typeface="Tahoma"/>
                <a:ea typeface="Tahoma"/>
              </a:rPr>
              <a:t>“</a:t>
            </a:r>
            <a:r>
              <a:rPr lang="en-US" sz="1600" b="0" i="1" strike="noStrike" spc="-1">
                <a:solidFill>
                  <a:schemeClr val="dk1"/>
                </a:solidFill>
                <a:latin typeface="Tahoma"/>
                <a:ea typeface="Tahoma"/>
              </a:rPr>
              <a:t>Lone driver</a:t>
            </a:r>
            <a:r>
              <a:rPr lang="en-US" sz="1600" b="0" strike="noStrike" spc="-1">
                <a:solidFill>
                  <a:schemeClr val="dk1"/>
                </a:solidFill>
                <a:latin typeface="Tahoma"/>
                <a:ea typeface="Tahoma"/>
              </a:rPr>
              <a:t>”</a:t>
            </a:r>
            <a:endParaRPr lang="es-ES" sz="1600" b="0" strike="noStrike" spc="-1">
              <a:solidFill>
                <a:srgbClr val="000000"/>
              </a:solidFill>
              <a:latin typeface="Arial"/>
            </a:endParaRPr>
          </a:p>
        </p:txBody>
      </p:sp>
      <p:pic>
        <p:nvPicPr>
          <p:cNvPr id="127" name="Imagen 120"/>
          <p:cNvPicPr/>
          <p:nvPr/>
        </p:nvPicPr>
        <p:blipFill>
          <a:blip r:embed="rId3"/>
          <a:stretch/>
        </p:blipFill>
        <p:spPr>
          <a:xfrm>
            <a:off x="1429200" y="2019600"/>
            <a:ext cx="2774160" cy="2405880"/>
          </a:xfrm>
          <a:prstGeom prst="rect">
            <a:avLst/>
          </a:prstGeom>
          <a:ln w="19080">
            <a:noFill/>
          </a:ln>
          <a:effectLst>
            <a:outerShdw blurRad="63360" rotWithShape="0">
              <a:srgbClr val="808080"/>
            </a:outerShdw>
          </a:effectLst>
        </p:spPr>
      </p:pic>
      <p:grpSp>
        <p:nvGrpSpPr>
          <p:cNvPr id="128" name="Google Shape;214;p 1"/>
          <p:cNvGrpSpPr/>
          <p:nvPr/>
        </p:nvGrpSpPr>
        <p:grpSpPr>
          <a:xfrm>
            <a:off x="4655160" y="2019600"/>
            <a:ext cx="2778840" cy="3118680"/>
            <a:chOff x="4655160" y="2019600"/>
            <a:chExt cx="2778840" cy="3118680"/>
          </a:xfrm>
        </p:grpSpPr>
        <p:sp>
          <p:nvSpPr>
            <p:cNvPr id="129" name="Google Shape;215;p 1"/>
            <p:cNvSpPr/>
            <p:nvPr/>
          </p:nvSpPr>
          <p:spPr>
            <a:xfrm>
              <a:off x="4658760" y="2019600"/>
              <a:ext cx="2775240" cy="2408040"/>
            </a:xfrm>
            <a:prstGeom prst="rect">
              <a:avLst/>
            </a:prstGeom>
            <a:solidFill>
              <a:srgbClr val="F2F2F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000000"/>
                </a:solidFill>
                <a:latin typeface="Arial"/>
                <a:ea typeface="DejaVu Sans"/>
              </a:endParaRPr>
            </a:p>
          </p:txBody>
        </p:sp>
        <p:sp>
          <p:nvSpPr>
            <p:cNvPr id="130" name="Google Shape;216;p 1"/>
            <p:cNvSpPr/>
            <p:nvPr/>
          </p:nvSpPr>
          <p:spPr>
            <a:xfrm>
              <a:off x="4655160" y="4651200"/>
              <a:ext cx="2774880" cy="48708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defTabSz="914400">
                <a:lnSpc>
                  <a:spcPct val="100000"/>
                </a:lnSpc>
                <a:tabLst>
                  <a:tab pos="0" algn="l"/>
                </a:tabLst>
              </a:pPr>
              <a:r>
                <a:rPr lang="en-US" sz="1600" b="0" strike="noStrike" spc="-1">
                  <a:solidFill>
                    <a:schemeClr val="dk1"/>
                  </a:solidFill>
                  <a:latin typeface="Tahoma"/>
                  <a:ea typeface="Tahoma"/>
                </a:rPr>
                <a:t>2022 – 2024</a:t>
              </a:r>
              <a:endParaRPr lang="es-ES" sz="1600" b="0" strike="noStrike" spc="-1">
                <a:solidFill>
                  <a:srgbClr val="000000"/>
                </a:solidFill>
                <a:latin typeface="Arial"/>
              </a:endParaRPr>
            </a:p>
            <a:p>
              <a:pPr algn="ctr" defTabSz="914400">
                <a:lnSpc>
                  <a:spcPct val="100000"/>
                </a:lnSpc>
                <a:tabLst>
                  <a:tab pos="0" algn="l"/>
                </a:tabLst>
              </a:pPr>
              <a:r>
                <a:rPr lang="en-US" sz="1600" b="0" strike="noStrike" spc="-1">
                  <a:solidFill>
                    <a:schemeClr val="dk1"/>
                  </a:solidFill>
                  <a:latin typeface="Tahoma"/>
                  <a:ea typeface="Tahoma"/>
                </a:rPr>
                <a:t>“</a:t>
              </a:r>
              <a:r>
                <a:rPr lang="en-US" sz="1600" b="0" i="1" strike="noStrike" spc="-1">
                  <a:solidFill>
                    <a:schemeClr val="dk1"/>
                  </a:solidFill>
                  <a:latin typeface="Tahoma"/>
                  <a:ea typeface="Tahoma"/>
                </a:rPr>
                <a:t>Copilot</a:t>
              </a:r>
              <a:r>
                <a:rPr lang="en-US" sz="1600" b="0" strike="noStrike" spc="-1">
                  <a:solidFill>
                    <a:schemeClr val="dk1"/>
                  </a:solidFill>
                  <a:latin typeface="Tahoma"/>
                  <a:ea typeface="Tahoma"/>
                </a:rPr>
                <a:t>”</a:t>
              </a:r>
              <a:endParaRPr lang="es-ES" sz="1600" b="0" strike="noStrike" spc="-1">
                <a:solidFill>
                  <a:srgbClr val="000000"/>
                </a:solidFill>
                <a:latin typeface="Arial"/>
              </a:endParaRPr>
            </a:p>
          </p:txBody>
        </p:sp>
      </p:grpSp>
      <p:grpSp>
        <p:nvGrpSpPr>
          <p:cNvPr id="131" name="Google Shape;217;p 1"/>
          <p:cNvGrpSpPr/>
          <p:nvPr/>
        </p:nvGrpSpPr>
        <p:grpSpPr>
          <a:xfrm>
            <a:off x="7826760" y="2019600"/>
            <a:ext cx="2778840" cy="3118680"/>
            <a:chOff x="7826760" y="2019600"/>
            <a:chExt cx="2778840" cy="3118680"/>
          </a:xfrm>
        </p:grpSpPr>
        <p:sp>
          <p:nvSpPr>
            <p:cNvPr id="132" name="Google Shape;218;p 1"/>
            <p:cNvSpPr/>
            <p:nvPr/>
          </p:nvSpPr>
          <p:spPr>
            <a:xfrm>
              <a:off x="7830360" y="2019600"/>
              <a:ext cx="2775240" cy="2408040"/>
            </a:xfrm>
            <a:prstGeom prst="rect">
              <a:avLst/>
            </a:prstGeom>
            <a:solidFill>
              <a:srgbClr val="F2F2F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000000"/>
                </a:solidFill>
                <a:latin typeface="Arial"/>
                <a:ea typeface="DejaVu Sans"/>
              </a:endParaRPr>
            </a:p>
          </p:txBody>
        </p:sp>
        <p:sp>
          <p:nvSpPr>
            <p:cNvPr id="133" name="Google Shape;219;p 1"/>
            <p:cNvSpPr/>
            <p:nvPr/>
          </p:nvSpPr>
          <p:spPr>
            <a:xfrm>
              <a:off x="7826760" y="4651200"/>
              <a:ext cx="2774880" cy="48708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defTabSz="914400">
                <a:lnSpc>
                  <a:spcPct val="100000"/>
                </a:lnSpc>
                <a:tabLst>
                  <a:tab pos="0" algn="l"/>
                </a:tabLst>
              </a:pPr>
              <a:r>
                <a:rPr lang="en-US" sz="1600" b="0" strike="noStrike" spc="-1">
                  <a:solidFill>
                    <a:schemeClr val="dk1"/>
                  </a:solidFill>
                  <a:latin typeface="Tahoma"/>
                  <a:ea typeface="Tahoma"/>
                </a:rPr>
                <a:t>2025</a:t>
              </a:r>
              <a:endParaRPr lang="es-ES" sz="1600" b="0" strike="noStrike" spc="-1">
                <a:solidFill>
                  <a:srgbClr val="000000"/>
                </a:solidFill>
                <a:latin typeface="Arial"/>
              </a:endParaRPr>
            </a:p>
            <a:p>
              <a:pPr algn="ctr" defTabSz="914400">
                <a:lnSpc>
                  <a:spcPct val="100000"/>
                </a:lnSpc>
                <a:tabLst>
                  <a:tab pos="0" algn="l"/>
                </a:tabLst>
              </a:pPr>
              <a:r>
                <a:rPr lang="en-US" sz="1600" b="0" strike="noStrike" spc="-1">
                  <a:solidFill>
                    <a:schemeClr val="dk1"/>
                  </a:solidFill>
                  <a:latin typeface="Tahoma"/>
                  <a:ea typeface="Tahoma"/>
                </a:rPr>
                <a:t>“</a:t>
              </a:r>
              <a:r>
                <a:rPr lang="en-US" sz="1600" b="0" i="1" strike="noStrike" spc="-1">
                  <a:solidFill>
                    <a:schemeClr val="dk1"/>
                  </a:solidFill>
                  <a:latin typeface="Tahoma"/>
                  <a:ea typeface="Tahoma"/>
                </a:rPr>
                <a:t>Vibe Coding</a:t>
              </a:r>
              <a:r>
                <a:rPr lang="en-US" sz="1600" b="0" strike="noStrike" spc="-1">
                  <a:solidFill>
                    <a:schemeClr val="dk1"/>
                  </a:solidFill>
                  <a:latin typeface="Tahoma"/>
                  <a:ea typeface="Tahoma"/>
                </a:rPr>
                <a:t>”</a:t>
              </a:r>
              <a:endParaRPr lang="es-ES" sz="1600" b="0" strike="noStrike" spc="-1">
                <a:solidFill>
                  <a:srgbClr val="000000"/>
                </a:solidFill>
                <a:latin typeface="Arial"/>
              </a:endParaRPr>
            </a:p>
          </p:txBody>
        </p:sp>
      </p:grpSp>
      <p:sp>
        <p:nvSpPr>
          <p:cNvPr id="134" name="Google Shape;220;p 1"/>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135" name="Google Shape;221;p 1"/>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¿QUÉ ES VIBE CODING?</a:t>
            </a:r>
            <a:endParaRPr lang="es-ES" sz="2000" b="0" strike="noStrike" spc="-1">
              <a:solidFill>
                <a:srgbClr val="000000"/>
              </a:solidFill>
              <a:latin typeface="Arial"/>
            </a:endParaRPr>
          </a:p>
        </p:txBody>
      </p:sp>
      <p:sp>
        <p:nvSpPr>
          <p:cNvPr id="136" name="Google Shape;222;p 1"/>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n-US" sz="1600" b="0" strike="noStrike" spc="-1">
                <a:solidFill>
                  <a:srgbClr val="143C64"/>
                </a:solidFill>
                <a:latin typeface="Century Gothic"/>
                <a:ea typeface="Century Gothic"/>
              </a:rPr>
              <a:t>Símil entre enfoques de programación</a:t>
            </a:r>
            <a:endParaRPr lang="es-ES" sz="1600" b="0" strike="noStrike" spc="-1">
              <a:solidFill>
                <a:srgbClr val="000000"/>
              </a:solidFill>
              <a:latin typeface="Arial"/>
            </a:endParaRPr>
          </a:p>
        </p:txBody>
      </p:sp>
      <p:sp>
        <p:nvSpPr>
          <p:cNvPr id="137" name="Google Shape;223;p 1"/>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02</a:t>
            </a:r>
            <a:endParaRPr lang="es-ES" sz="5000" b="0" strike="noStrike" spc="-1">
              <a:solidFill>
                <a:srgbClr val="000000"/>
              </a:solidFill>
              <a:latin typeface="Arial"/>
            </a:endParaRPr>
          </a:p>
        </p:txBody>
      </p:sp>
      <p:cxnSp>
        <p:nvCxnSpPr>
          <p:cNvPr id="138" name="Google Shape;224;p 1"/>
          <p:cNvCxnSpPr/>
          <p:nvPr/>
        </p:nvCxnSpPr>
        <p:spPr>
          <a:xfrm flipV="1">
            <a:off x="1358640" y="618840"/>
            <a:ext cx="11880" cy="687960"/>
          </a:xfrm>
          <a:prstGeom prst="straightConnector1">
            <a:avLst/>
          </a:prstGeom>
          <a:ln w="19080">
            <a:solidFill>
              <a:srgbClr val="179AD7"/>
            </a:solidFill>
            <a:miter/>
          </a:ln>
        </p:spPr>
      </p:cxnSp>
      <p:pic>
        <p:nvPicPr>
          <p:cNvPr id="139" name="Imagen 132"/>
          <p:cNvPicPr/>
          <p:nvPr/>
        </p:nvPicPr>
        <p:blipFill>
          <a:blip r:embed="rId4"/>
          <a:stretch/>
        </p:blipFill>
        <p:spPr>
          <a:xfrm>
            <a:off x="4654800" y="2019600"/>
            <a:ext cx="2774520" cy="2406240"/>
          </a:xfrm>
          <a:prstGeom prst="rect">
            <a:avLst/>
          </a:prstGeom>
          <a:ln w="0">
            <a:noFill/>
          </a:ln>
          <a:effectLst>
            <a:outerShdw blurRad="76320" rotWithShape="0">
              <a:srgbClr val="808080"/>
            </a:outerShdw>
          </a:effectLst>
        </p:spPr>
      </p:pic>
      <p:pic>
        <p:nvPicPr>
          <p:cNvPr id="140" name="Imagen 139"/>
          <p:cNvPicPr/>
          <p:nvPr/>
        </p:nvPicPr>
        <p:blipFill>
          <a:blip r:embed="rId5"/>
          <a:stretch/>
        </p:blipFill>
        <p:spPr>
          <a:xfrm>
            <a:off x="7826400" y="2019600"/>
            <a:ext cx="2778840" cy="2410560"/>
          </a:xfrm>
          <a:prstGeom prst="rect">
            <a:avLst/>
          </a:prstGeom>
          <a:ln w="0">
            <a:noFill/>
          </a:ln>
          <a:effectLst>
            <a:outerShdw blurRad="76320" rotWithShape="0">
              <a:srgbClr val="808080"/>
            </a:outerShdw>
          </a:effectLst>
        </p:spPr>
      </p:pic>
      <p:pic>
        <p:nvPicPr>
          <p:cNvPr id="141" name="Google Shape;437;p 3"/>
          <p:cNvPicPr/>
          <p:nvPr/>
        </p:nvPicPr>
        <p:blipFill>
          <a:blip r:embed="rId6"/>
          <a:stretch/>
        </p:blipFill>
        <p:spPr>
          <a:xfrm rot="16200000">
            <a:off x="4276800" y="3054960"/>
            <a:ext cx="285840" cy="300240"/>
          </a:xfrm>
          <a:prstGeom prst="rect">
            <a:avLst/>
          </a:prstGeom>
          <a:ln w="0">
            <a:noFill/>
          </a:ln>
        </p:spPr>
      </p:pic>
      <p:pic>
        <p:nvPicPr>
          <p:cNvPr id="142" name="Google Shape;437;p 4"/>
          <p:cNvPicPr/>
          <p:nvPr/>
        </p:nvPicPr>
        <p:blipFill>
          <a:blip r:embed="rId6"/>
          <a:stretch/>
        </p:blipFill>
        <p:spPr>
          <a:xfrm rot="16200000">
            <a:off x="7495200" y="3054960"/>
            <a:ext cx="285840" cy="300240"/>
          </a:xfrm>
          <a:prstGeom prst="rect">
            <a:avLst/>
          </a:prstGeom>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 name="Google Shape;220;p 1"/>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dirty="0">
                <a:solidFill>
                  <a:schemeClr val="lt1"/>
                </a:solidFill>
                <a:latin typeface="Open Sans"/>
                <a:ea typeface="Open Sans"/>
              </a:rPr>
              <a:t>#DrupalCampSpain2025</a:t>
            </a:r>
            <a:endParaRPr lang="es-ES" sz="1400" b="0" strike="noStrike" spc="-1" dirty="0">
              <a:solidFill>
                <a:srgbClr val="000000"/>
              </a:solidFill>
              <a:latin typeface="Arial"/>
            </a:endParaRPr>
          </a:p>
          <a:p>
            <a:pPr defTabSz="914400">
              <a:lnSpc>
                <a:spcPct val="100000"/>
              </a:lnSpc>
              <a:tabLst>
                <a:tab pos="0" algn="l"/>
              </a:tabLst>
            </a:pPr>
            <a:endParaRPr lang="es-ES" sz="1400" b="0" strike="noStrike" spc="-1" dirty="0">
              <a:solidFill>
                <a:srgbClr val="000000"/>
              </a:solidFill>
              <a:latin typeface="Arial"/>
            </a:endParaRPr>
          </a:p>
        </p:txBody>
      </p:sp>
      <p:sp>
        <p:nvSpPr>
          <p:cNvPr id="135" name="Google Shape;221;p 1"/>
          <p:cNvSpPr/>
          <p:nvPr/>
        </p:nvSpPr>
        <p:spPr>
          <a:xfrm>
            <a:off x="1376280" y="607680"/>
            <a:ext cx="7833960" cy="39865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dirty="0">
                <a:solidFill>
                  <a:srgbClr val="143C64"/>
                </a:solidFill>
                <a:latin typeface="Century Gothic"/>
                <a:ea typeface="Century Gothic"/>
              </a:rPr>
              <a:t>INTELIGENCIA HUMANA VS INTELIGENCIA ARTIFICIAL</a:t>
            </a:r>
            <a:endParaRPr lang="es-ES" sz="2000" b="0" strike="noStrike" spc="-1" dirty="0">
              <a:solidFill>
                <a:srgbClr val="000000"/>
              </a:solidFill>
              <a:latin typeface="Arial"/>
            </a:endParaRPr>
          </a:p>
        </p:txBody>
      </p:sp>
      <p:sp>
        <p:nvSpPr>
          <p:cNvPr id="136" name="Google Shape;222;p 1"/>
          <p:cNvSpPr/>
          <p:nvPr/>
        </p:nvSpPr>
        <p:spPr>
          <a:xfrm>
            <a:off x="1375920" y="1002960"/>
            <a:ext cx="810252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n-US" sz="1600" b="0" strike="noStrike" spc="-1" dirty="0">
                <a:solidFill>
                  <a:srgbClr val="143C64"/>
                </a:solidFill>
                <a:latin typeface="Century Gothic"/>
                <a:ea typeface="Century Gothic"/>
              </a:rPr>
              <a:t>Un breve </a:t>
            </a:r>
            <a:r>
              <a:rPr lang="en-US" sz="1600" b="0" strike="noStrike" spc="-1" dirty="0" err="1">
                <a:solidFill>
                  <a:srgbClr val="143C64"/>
                </a:solidFill>
                <a:latin typeface="Century Gothic"/>
                <a:ea typeface="Century Gothic"/>
              </a:rPr>
              <a:t>contraste</a:t>
            </a:r>
            <a:endParaRPr lang="es-ES" sz="1600" b="0" strike="noStrike" spc="-1" dirty="0">
              <a:solidFill>
                <a:srgbClr val="000000"/>
              </a:solidFill>
              <a:latin typeface="Arial"/>
            </a:endParaRPr>
          </a:p>
        </p:txBody>
      </p:sp>
      <p:sp>
        <p:nvSpPr>
          <p:cNvPr id="137" name="Google Shape;223;p 1"/>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02</a:t>
            </a:r>
            <a:endParaRPr lang="es-ES" sz="5000" b="0" strike="noStrike" spc="-1">
              <a:solidFill>
                <a:srgbClr val="000000"/>
              </a:solidFill>
              <a:latin typeface="Arial"/>
            </a:endParaRPr>
          </a:p>
        </p:txBody>
      </p:sp>
      <p:cxnSp>
        <p:nvCxnSpPr>
          <p:cNvPr id="138" name="Google Shape;224;p 1"/>
          <p:cNvCxnSpPr/>
          <p:nvPr/>
        </p:nvCxnSpPr>
        <p:spPr>
          <a:xfrm flipV="1">
            <a:off x="1358640" y="618840"/>
            <a:ext cx="11880" cy="687960"/>
          </a:xfrm>
          <a:prstGeom prst="straightConnector1">
            <a:avLst/>
          </a:prstGeom>
          <a:ln w="19080">
            <a:solidFill>
              <a:srgbClr val="179AD7"/>
            </a:solidFill>
            <a:miter/>
          </a:ln>
        </p:spPr>
      </p:cxnSp>
      <p:pic>
        <p:nvPicPr>
          <p:cNvPr id="2050" name="Picture 2" descr="12 TIPOS DE INTELIGENCIA: TODOS PENSAMOS DISTINTO Y ESTA BIEN | Talentum">
            <a:extLst>
              <a:ext uri="{FF2B5EF4-FFF2-40B4-BE49-F238E27FC236}">
                <a16:creationId xmlns:a16="http://schemas.microsoft.com/office/drawing/2014/main" id="{6DA74469-C77D-454F-AF0D-0D0204A9DD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960"/>
          <a:stretch/>
        </p:blipFill>
        <p:spPr bwMode="auto">
          <a:xfrm>
            <a:off x="6671110" y="1735340"/>
            <a:ext cx="4176183" cy="4213692"/>
          </a:xfrm>
          <a:prstGeom prst="rect">
            <a:avLst/>
          </a:prstGeom>
          <a:noFill/>
          <a:extLst>
            <a:ext uri="{909E8E84-426E-40DD-AFC4-6F175D3DCCD1}">
              <a14:hiddenFill xmlns:a14="http://schemas.microsoft.com/office/drawing/2010/main">
                <a:solidFill>
                  <a:srgbClr val="FFFFFF"/>
                </a:solidFill>
              </a14:hiddenFill>
            </a:ext>
          </a:extLst>
        </p:spPr>
      </p:pic>
      <p:sp>
        <p:nvSpPr>
          <p:cNvPr id="21" name="Google Shape;294;p 2">
            <a:extLst>
              <a:ext uri="{FF2B5EF4-FFF2-40B4-BE49-F238E27FC236}">
                <a16:creationId xmlns:a16="http://schemas.microsoft.com/office/drawing/2014/main" id="{D435340C-135E-4406-8DF1-A4831E075BA9}"/>
              </a:ext>
            </a:extLst>
          </p:cNvPr>
          <p:cNvSpPr/>
          <p:nvPr/>
        </p:nvSpPr>
        <p:spPr>
          <a:xfrm>
            <a:off x="7771361" y="6089776"/>
            <a:ext cx="1975680" cy="19697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80000"/>
              </a:lnSpc>
              <a:tabLst>
                <a:tab pos="0" algn="l"/>
              </a:tabLst>
            </a:pPr>
            <a:r>
              <a:rPr lang="es-ES" sz="1600" b="1" strike="noStrike" spc="-1" dirty="0">
                <a:solidFill>
                  <a:srgbClr val="363E61"/>
                </a:solidFill>
                <a:latin typeface="Century Gothic"/>
                <a:ea typeface="Century Gothic"/>
              </a:rPr>
              <a:t>HUMANA</a:t>
            </a:r>
            <a:endParaRPr lang="es-ES" sz="1600" b="0" strike="noStrike" spc="-1" dirty="0">
              <a:solidFill>
                <a:srgbClr val="000000"/>
              </a:solidFill>
              <a:latin typeface="Arial"/>
            </a:endParaRPr>
          </a:p>
        </p:txBody>
      </p:sp>
      <p:sp>
        <p:nvSpPr>
          <p:cNvPr id="22" name="Google Shape;294;p 2">
            <a:extLst>
              <a:ext uri="{FF2B5EF4-FFF2-40B4-BE49-F238E27FC236}">
                <a16:creationId xmlns:a16="http://schemas.microsoft.com/office/drawing/2014/main" id="{6E5A50D1-F279-4BD3-B522-CA208B7E061E}"/>
              </a:ext>
            </a:extLst>
          </p:cNvPr>
          <p:cNvSpPr/>
          <p:nvPr/>
        </p:nvSpPr>
        <p:spPr>
          <a:xfrm>
            <a:off x="1444680" y="6091696"/>
            <a:ext cx="3657600" cy="196977"/>
          </a:xfrm>
          <a:prstGeom prst="rect">
            <a:avLst/>
          </a:prstGeom>
          <a:noFill/>
          <a:ln w="0">
            <a:noFill/>
          </a:ln>
        </p:spPr>
        <p:style>
          <a:lnRef idx="0">
            <a:scrgbClr r="0" g="0" b="0"/>
          </a:lnRef>
          <a:fillRef idx="0">
            <a:scrgbClr r="0" g="0" b="0"/>
          </a:fillRef>
          <a:effectRef idx="0">
            <a:scrgbClr r="0" g="0" b="0"/>
          </a:effectRef>
          <a:fontRef idx="minor"/>
        </p:style>
        <p:txBody>
          <a:bodyPr wrap="square" lIns="0" tIns="0" rIns="0" bIns="0" anchor="t">
            <a:spAutoFit/>
          </a:bodyPr>
          <a:lstStyle/>
          <a:p>
            <a:pPr algn="ctr" defTabSz="914400">
              <a:lnSpc>
                <a:spcPct val="80000"/>
              </a:lnSpc>
              <a:tabLst>
                <a:tab pos="0" algn="l"/>
              </a:tabLst>
            </a:pPr>
            <a:r>
              <a:rPr lang="es-ES" sz="1600" b="1" strike="noStrike" spc="-1" dirty="0">
                <a:solidFill>
                  <a:srgbClr val="363E61"/>
                </a:solidFill>
                <a:latin typeface="Century Gothic"/>
                <a:ea typeface="Century Gothic"/>
              </a:rPr>
              <a:t>IA</a:t>
            </a:r>
          </a:p>
        </p:txBody>
      </p:sp>
      <p:sp>
        <p:nvSpPr>
          <p:cNvPr id="5" name="Rectángulo: esquinas redondeadas 4">
            <a:extLst>
              <a:ext uri="{FF2B5EF4-FFF2-40B4-BE49-F238E27FC236}">
                <a16:creationId xmlns:a16="http://schemas.microsoft.com/office/drawing/2014/main" id="{089F1C44-6394-46C5-A08F-690C2763B3A7}"/>
              </a:ext>
            </a:extLst>
          </p:cNvPr>
          <p:cNvSpPr/>
          <p:nvPr/>
        </p:nvSpPr>
        <p:spPr>
          <a:xfrm>
            <a:off x="1444680" y="2832849"/>
            <a:ext cx="3790708" cy="851760"/>
          </a:xfrm>
          <a:prstGeom prst="roundRect">
            <a:avLst/>
          </a:prstGeom>
          <a:solidFill>
            <a:srgbClr val="E74C3C"/>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r>
              <a:rPr lang="es-ES" spc="-1" dirty="0">
                <a:solidFill>
                  <a:srgbClr val="FFFFFF"/>
                </a:solidFill>
                <a:latin typeface="Century Gothic" panose="020B0502020202020204" pitchFamily="34" charset="0"/>
              </a:rPr>
              <a:t>Modelos lingüísticos</a:t>
            </a:r>
          </a:p>
        </p:txBody>
      </p:sp>
      <p:sp>
        <p:nvSpPr>
          <p:cNvPr id="27" name="Rectángulo: esquinas redondeadas 26">
            <a:extLst>
              <a:ext uri="{FF2B5EF4-FFF2-40B4-BE49-F238E27FC236}">
                <a16:creationId xmlns:a16="http://schemas.microsoft.com/office/drawing/2014/main" id="{C3B5E056-95BC-42B8-8E91-ACF46379C75A}"/>
              </a:ext>
            </a:extLst>
          </p:cNvPr>
          <p:cNvSpPr/>
          <p:nvPr/>
        </p:nvSpPr>
        <p:spPr>
          <a:xfrm>
            <a:off x="1444680" y="3942402"/>
            <a:ext cx="3790708" cy="891370"/>
          </a:xfrm>
          <a:prstGeom prst="roundRect">
            <a:avLst/>
          </a:prstGeom>
          <a:solidFill>
            <a:srgbClr val="2591B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r>
              <a:rPr lang="es-ES" spc="-1" dirty="0">
                <a:solidFill>
                  <a:srgbClr val="FFFFFF"/>
                </a:solidFill>
                <a:latin typeface="Century Gothic" panose="020B0502020202020204" pitchFamily="34" charset="0"/>
              </a:rPr>
              <a:t>Modelos heurísticos</a:t>
            </a:r>
          </a:p>
        </p:txBody>
      </p:sp>
    </p:spTree>
    <p:extLst>
      <p:ext uri="{BB962C8B-B14F-4D97-AF65-F5344CB8AC3E}">
        <p14:creationId xmlns:p14="http://schemas.microsoft.com/office/powerpoint/2010/main" val="13136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143" name="Google Shape;140;p17"/>
          <p:cNvSpPr/>
          <p:nvPr/>
        </p:nvSpPr>
        <p:spPr>
          <a:xfrm>
            <a:off x="619920" y="4273560"/>
            <a:ext cx="2863800" cy="85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¿Qué es cursor AI?</a:t>
            </a:r>
            <a:endParaRPr lang="es-ES" sz="2500" b="0" strike="noStrike" spc="-1">
              <a:solidFill>
                <a:srgbClr val="000000"/>
              </a:solidFill>
              <a:latin typeface="Arial"/>
            </a:endParaRPr>
          </a:p>
        </p:txBody>
      </p:sp>
      <p:sp>
        <p:nvSpPr>
          <p:cNvPr id="144" name="Google Shape;141;p17"/>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Century Gothic"/>
              </a:rPr>
              <a:t>03</a:t>
            </a:r>
            <a:endParaRPr lang="es-ES" sz="6000" b="0" strike="noStrike" spc="-1">
              <a:solidFill>
                <a:srgbClr val="000000"/>
              </a:solidFill>
              <a:latin typeface="Arial"/>
            </a:endParaRPr>
          </a:p>
        </p:txBody>
      </p:sp>
      <p:cxnSp>
        <p:nvCxnSpPr>
          <p:cNvPr id="145" name="Google Shape;142;p17"/>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146" name="Google Shape;201;p 4"/>
          <p:cNvSpPr/>
          <p:nvPr/>
        </p:nvSpPr>
        <p:spPr>
          <a:xfrm>
            <a:off x="929160" y="1712160"/>
            <a:ext cx="5474160" cy="328824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Cursor AI es una herramienta de Vibe Coding</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Entorno de desarrollo integrado (IDE), potenciado por AI</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Creado por la empresa Anysphere (graduados MIT) en 2023</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Soporte para Windows, macOs y Linux</a:t>
            </a:r>
            <a:endParaRPr lang="es-ES" sz="1600" b="0" strike="noStrike" spc="-1">
              <a:solidFill>
                <a:srgbClr val="000000"/>
              </a:solidFill>
              <a:latin typeface="Arial"/>
            </a:endParaRPr>
          </a:p>
          <a:p>
            <a:pPr marL="285840" indent="-285840" defTabSz="914400">
              <a:lnSpc>
                <a:spcPct val="150000"/>
              </a:lnSpc>
              <a:buClr>
                <a:srgbClr val="000000"/>
              </a:buClr>
              <a:buFont typeface="Arial"/>
              <a:buChar char="•"/>
              <a:tabLst>
                <a:tab pos="0" algn="l"/>
              </a:tabLst>
            </a:pPr>
            <a:r>
              <a:rPr lang="es-ES" sz="1600" b="0" strike="noStrike" spc="-1">
                <a:solidFill>
                  <a:schemeClr val="dk1"/>
                </a:solidFill>
                <a:latin typeface="Tahoma"/>
                <a:ea typeface="Tahoma"/>
              </a:rPr>
              <a:t>Basado en un fork de Visual Studio code mejorado con características de IA para facilitar la programación</a:t>
            </a:r>
            <a:endParaRPr lang="es-ES" sz="1600" b="0" strike="noStrike" spc="-1">
              <a:solidFill>
                <a:srgbClr val="000000"/>
              </a:solidFill>
              <a:latin typeface="Arial"/>
            </a:endParaRPr>
          </a:p>
        </p:txBody>
      </p:sp>
      <p:sp>
        <p:nvSpPr>
          <p:cNvPr id="147" name="Google Shape;202;p 4"/>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148" name="Google Shape;203;p 4"/>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¿QUÉ ES CURSOR AI?</a:t>
            </a:r>
            <a:endParaRPr lang="es-ES" sz="2000" b="0" strike="noStrike" spc="-1">
              <a:solidFill>
                <a:srgbClr val="000000"/>
              </a:solidFill>
              <a:latin typeface="Arial"/>
            </a:endParaRPr>
          </a:p>
        </p:txBody>
      </p:sp>
      <p:sp>
        <p:nvSpPr>
          <p:cNvPr id="149" name="Google Shape;204;p 4"/>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Definición</a:t>
            </a:r>
            <a:endParaRPr lang="es-ES" sz="1600" b="0" strike="noStrike" spc="-1">
              <a:solidFill>
                <a:srgbClr val="000000"/>
              </a:solidFill>
              <a:latin typeface="Arial"/>
            </a:endParaRPr>
          </a:p>
        </p:txBody>
      </p:sp>
      <p:sp>
        <p:nvSpPr>
          <p:cNvPr id="150" name="Google Shape;205;p 4"/>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03</a:t>
            </a:r>
            <a:endParaRPr lang="es-ES" sz="5000" b="0" strike="noStrike" spc="-1">
              <a:solidFill>
                <a:srgbClr val="000000"/>
              </a:solidFill>
              <a:latin typeface="Arial"/>
            </a:endParaRPr>
          </a:p>
        </p:txBody>
      </p:sp>
      <p:cxnSp>
        <p:nvCxnSpPr>
          <p:cNvPr id="151" name="Google Shape;206;p 4"/>
          <p:cNvCxnSpPr/>
          <p:nvPr/>
        </p:nvCxnSpPr>
        <p:spPr>
          <a:xfrm flipV="1">
            <a:off x="1358640" y="618840"/>
            <a:ext cx="11880" cy="687960"/>
          </a:xfrm>
          <a:prstGeom prst="straightConnector1">
            <a:avLst/>
          </a:prstGeom>
          <a:ln w="19080">
            <a:solidFill>
              <a:srgbClr val="179AD7"/>
            </a:solidFill>
            <a:miter/>
          </a:ln>
        </p:spPr>
      </p:cxnSp>
      <p:sp>
        <p:nvSpPr>
          <p:cNvPr id="152" name="Rectángulo 142"/>
          <p:cNvSpPr/>
          <p:nvPr/>
        </p:nvSpPr>
        <p:spPr>
          <a:xfrm>
            <a:off x="1216440" y="5236920"/>
            <a:ext cx="5030640" cy="530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50000"/>
              </a:lnSpc>
              <a:tabLst>
                <a:tab pos="0" algn="l"/>
              </a:tabLst>
            </a:pPr>
            <a:r>
              <a:rPr lang="es-ES" sz="1600" b="0" strike="noStrike" spc="-1">
                <a:solidFill>
                  <a:schemeClr val="dk1"/>
                </a:solidFill>
                <a:latin typeface="Tahoma"/>
                <a:ea typeface="Tahoma"/>
              </a:rPr>
              <a:t>https://cursor.com</a:t>
            </a:r>
            <a:endParaRPr lang="es-ES" sz="1600" b="0" strike="noStrike" spc="-1">
              <a:solidFill>
                <a:srgbClr val="000000"/>
              </a:solidFill>
              <a:latin typeface="Arial"/>
            </a:endParaRPr>
          </a:p>
        </p:txBody>
      </p:sp>
      <p:pic>
        <p:nvPicPr>
          <p:cNvPr id="153" name="Imagen 143"/>
          <p:cNvPicPr/>
          <p:nvPr/>
        </p:nvPicPr>
        <p:blipFill>
          <a:blip r:embed="rId3"/>
          <a:stretch/>
        </p:blipFill>
        <p:spPr>
          <a:xfrm>
            <a:off x="864000" y="5325480"/>
            <a:ext cx="349560" cy="353160"/>
          </a:xfrm>
          <a:prstGeom prst="rect">
            <a:avLst/>
          </a:prstGeom>
          <a:ln w="0">
            <a:noFill/>
          </a:ln>
        </p:spPr>
      </p:pic>
      <p:pic>
        <p:nvPicPr>
          <p:cNvPr id="154" name="Imagen 144"/>
          <p:cNvPicPr/>
          <p:nvPr/>
        </p:nvPicPr>
        <p:blipFill>
          <a:blip r:embed="rId4"/>
          <a:stretch/>
        </p:blipFill>
        <p:spPr>
          <a:xfrm>
            <a:off x="6643440" y="1713960"/>
            <a:ext cx="4853160" cy="2725560"/>
          </a:xfrm>
          <a:prstGeom prst="rect">
            <a:avLst/>
          </a:prstGeom>
          <a:ln w="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155" name="Google Shape;202;p 5"/>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156" name="Google Shape;203;p 5"/>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¿QUÉ ES CURSOR AI?</a:t>
            </a:r>
            <a:endParaRPr lang="es-ES" sz="2000" b="0" strike="noStrike" spc="-1">
              <a:solidFill>
                <a:srgbClr val="000000"/>
              </a:solidFill>
              <a:latin typeface="Arial"/>
            </a:endParaRPr>
          </a:p>
        </p:txBody>
      </p:sp>
      <p:sp>
        <p:nvSpPr>
          <p:cNvPr id="157" name="Google Shape;204;p 5"/>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Interfaz</a:t>
            </a:r>
            <a:endParaRPr lang="es-ES" sz="1600" b="0" strike="noStrike" spc="-1">
              <a:solidFill>
                <a:srgbClr val="000000"/>
              </a:solidFill>
              <a:latin typeface="Arial"/>
            </a:endParaRPr>
          </a:p>
        </p:txBody>
      </p:sp>
      <p:sp>
        <p:nvSpPr>
          <p:cNvPr id="158" name="Google Shape;205;p 5"/>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03</a:t>
            </a:r>
            <a:endParaRPr lang="es-ES" sz="5000" b="0" strike="noStrike" spc="-1">
              <a:solidFill>
                <a:srgbClr val="000000"/>
              </a:solidFill>
              <a:latin typeface="Arial"/>
            </a:endParaRPr>
          </a:p>
        </p:txBody>
      </p:sp>
      <p:cxnSp>
        <p:nvCxnSpPr>
          <p:cNvPr id="159" name="Google Shape;206;p 5"/>
          <p:cNvCxnSpPr/>
          <p:nvPr/>
        </p:nvCxnSpPr>
        <p:spPr>
          <a:xfrm flipV="1">
            <a:off x="1358640" y="618840"/>
            <a:ext cx="11880" cy="687960"/>
          </a:xfrm>
          <a:prstGeom prst="straightConnector1">
            <a:avLst/>
          </a:prstGeom>
          <a:ln w="19080">
            <a:solidFill>
              <a:srgbClr val="179AD7"/>
            </a:solidFill>
            <a:miter/>
          </a:ln>
        </p:spPr>
      </p:cxnSp>
      <p:pic>
        <p:nvPicPr>
          <p:cNvPr id="160" name="Imagen 150"/>
          <p:cNvPicPr/>
          <p:nvPr/>
        </p:nvPicPr>
        <p:blipFill>
          <a:blip r:embed="rId3"/>
          <a:stretch/>
        </p:blipFill>
        <p:spPr>
          <a:xfrm>
            <a:off x="1997280" y="1743480"/>
            <a:ext cx="7896600" cy="4436280"/>
          </a:xfrm>
          <a:prstGeom prst="rect">
            <a:avLst/>
          </a:prstGeom>
          <a:ln w="0">
            <a:noFill/>
          </a:ln>
        </p:spPr>
      </p:pic>
      <p:sp>
        <p:nvSpPr>
          <p:cNvPr id="161" name="Rectángulo 151"/>
          <p:cNvSpPr/>
          <p:nvPr/>
        </p:nvSpPr>
        <p:spPr>
          <a:xfrm>
            <a:off x="360000" y="3701880"/>
            <a:ext cx="1614240" cy="911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r>
              <a:rPr lang="es-ES" sz="1600" b="0" strike="noStrike" spc="-1">
                <a:solidFill>
                  <a:srgbClr val="000000"/>
                </a:solidFill>
                <a:latin typeface="Tahoma"/>
                <a:ea typeface="DejaVu Sans"/>
              </a:rPr>
              <a:t>Barra lateral</a:t>
            </a:r>
            <a:endParaRPr lang="es-ES" sz="1600" b="0" strike="noStrike" spc="-1">
              <a:solidFill>
                <a:srgbClr val="000000"/>
              </a:solidFill>
              <a:latin typeface="Arial"/>
            </a:endParaRPr>
          </a:p>
          <a:p>
            <a:pPr algn="ctr" defTabSz="914400">
              <a:lnSpc>
                <a:spcPct val="100000"/>
              </a:lnSpc>
            </a:pPr>
            <a:r>
              <a:rPr lang="es-ES" sz="1600" b="0" strike="noStrike" spc="-1">
                <a:solidFill>
                  <a:srgbClr val="000000"/>
                </a:solidFill>
                <a:latin typeface="Tahoma"/>
                <a:ea typeface="DejaVu Sans"/>
              </a:rPr>
              <a:t>Explorador</a:t>
            </a:r>
            <a:endParaRPr lang="es-ES" sz="1600" b="0" strike="noStrike" spc="-1">
              <a:solidFill>
                <a:srgbClr val="000000"/>
              </a:solidFill>
              <a:latin typeface="Arial"/>
            </a:endParaRPr>
          </a:p>
        </p:txBody>
      </p:sp>
      <p:sp>
        <p:nvSpPr>
          <p:cNvPr id="162" name="Rectángulo 152"/>
          <p:cNvSpPr/>
          <p:nvPr/>
        </p:nvSpPr>
        <p:spPr>
          <a:xfrm>
            <a:off x="5040000" y="1253880"/>
            <a:ext cx="1973880" cy="36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r>
              <a:rPr lang="es-ES" sz="1600" b="0" strike="noStrike" spc="-1">
                <a:solidFill>
                  <a:srgbClr val="000000"/>
                </a:solidFill>
                <a:latin typeface="Tahoma"/>
                <a:ea typeface="DejaVu Sans"/>
              </a:rPr>
              <a:t>Sección de código</a:t>
            </a:r>
            <a:endParaRPr lang="es-ES" sz="1600" b="0" strike="noStrike" spc="-1">
              <a:solidFill>
                <a:srgbClr val="000000"/>
              </a:solidFill>
              <a:latin typeface="Arial"/>
            </a:endParaRPr>
          </a:p>
        </p:txBody>
      </p:sp>
      <p:sp>
        <p:nvSpPr>
          <p:cNvPr id="163" name="Rectángulo 153"/>
          <p:cNvSpPr/>
          <p:nvPr/>
        </p:nvSpPr>
        <p:spPr>
          <a:xfrm>
            <a:off x="9995760" y="3722400"/>
            <a:ext cx="1613880" cy="36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r>
              <a:rPr lang="es-ES" sz="1600" b="0" strike="noStrike" spc="-1">
                <a:solidFill>
                  <a:srgbClr val="000000"/>
                </a:solidFill>
                <a:latin typeface="Tahoma"/>
                <a:ea typeface="DejaVu Sans"/>
              </a:rPr>
              <a:t>Barra lateral</a:t>
            </a:r>
            <a:endParaRPr lang="es-ES" sz="1600" b="0" strike="noStrike" spc="-1">
              <a:solidFill>
                <a:srgbClr val="000000"/>
              </a:solidFill>
              <a:latin typeface="Arial"/>
            </a:endParaRPr>
          </a:p>
          <a:p>
            <a:pPr algn="ctr" defTabSz="914400">
              <a:lnSpc>
                <a:spcPct val="100000"/>
              </a:lnSpc>
            </a:pPr>
            <a:r>
              <a:rPr lang="es-ES" sz="1600" b="0" strike="noStrike" spc="-1">
                <a:solidFill>
                  <a:srgbClr val="000000"/>
                </a:solidFill>
                <a:latin typeface="Tahoma"/>
                <a:ea typeface="DejaVu Sans"/>
              </a:rPr>
              <a:t>Chats</a:t>
            </a:r>
            <a:endParaRPr lang="es-ES" sz="1600" b="0" strike="noStrike" spc="-1">
              <a:solidFill>
                <a:srgbClr val="000000"/>
              </a:solidFill>
              <a:latin typeface="Arial"/>
            </a:endParaRPr>
          </a:p>
        </p:txBody>
      </p:sp>
      <p:pic>
        <p:nvPicPr>
          <p:cNvPr id="164" name="Google Shape;437;p35"/>
          <p:cNvPicPr/>
          <p:nvPr/>
        </p:nvPicPr>
        <p:blipFill>
          <a:blip r:embed="rId4"/>
          <a:stretch/>
        </p:blipFill>
        <p:spPr>
          <a:xfrm rot="16200000">
            <a:off x="964800" y="4386960"/>
            <a:ext cx="285840" cy="300240"/>
          </a:xfrm>
          <a:prstGeom prst="rect">
            <a:avLst/>
          </a:prstGeom>
          <a:ln w="0">
            <a:noFill/>
          </a:ln>
        </p:spPr>
      </p:pic>
      <p:pic>
        <p:nvPicPr>
          <p:cNvPr id="165" name="Google Shape;437;p 1"/>
          <p:cNvPicPr/>
          <p:nvPr/>
        </p:nvPicPr>
        <p:blipFill>
          <a:blip r:embed="rId4"/>
          <a:stretch/>
        </p:blipFill>
        <p:spPr>
          <a:xfrm>
            <a:off x="6980040" y="1264320"/>
            <a:ext cx="264240" cy="285840"/>
          </a:xfrm>
          <a:prstGeom prst="rect">
            <a:avLst/>
          </a:prstGeom>
          <a:ln w="0">
            <a:noFill/>
          </a:ln>
        </p:spPr>
      </p:pic>
      <p:pic>
        <p:nvPicPr>
          <p:cNvPr id="166" name="Google Shape;437;p 2"/>
          <p:cNvPicPr/>
          <p:nvPr/>
        </p:nvPicPr>
        <p:blipFill>
          <a:blip r:embed="rId4"/>
          <a:stretch/>
        </p:blipFill>
        <p:spPr>
          <a:xfrm rot="5400000" flipH="1">
            <a:off x="10686960" y="4386960"/>
            <a:ext cx="285840" cy="300240"/>
          </a:xfrm>
          <a:prstGeom prst="rect">
            <a:avLst/>
          </a:prstGeom>
          <a:ln w="0">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167" name="Google Shape;148;p18"/>
          <p:cNvSpPr/>
          <p:nvPr/>
        </p:nvSpPr>
        <p:spPr>
          <a:xfrm>
            <a:off x="619920" y="4273560"/>
            <a:ext cx="2863800" cy="1613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Ventajas de Cursor AI frente a otras soluciones </a:t>
            </a:r>
            <a:endParaRPr lang="es-ES" sz="2500" b="0" strike="noStrike" spc="-1">
              <a:solidFill>
                <a:srgbClr val="000000"/>
              </a:solidFill>
              <a:latin typeface="Arial"/>
            </a:endParaRPr>
          </a:p>
        </p:txBody>
      </p:sp>
      <p:sp>
        <p:nvSpPr>
          <p:cNvPr id="168" name="Google Shape;149;p18"/>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Century Gothic"/>
              </a:rPr>
              <a:t>04</a:t>
            </a:r>
            <a:endParaRPr lang="es-ES" sz="6000" b="0" strike="noStrike" spc="-1">
              <a:solidFill>
                <a:srgbClr val="000000"/>
              </a:solidFill>
              <a:latin typeface="Arial"/>
            </a:endParaRPr>
          </a:p>
        </p:txBody>
      </p:sp>
      <p:cxnSp>
        <p:nvCxnSpPr>
          <p:cNvPr id="169" name="Google Shape;150;p18"/>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170" name="Google Shape;284;p 1"/>
          <p:cNvSpPr/>
          <p:nvPr/>
        </p:nvSpPr>
        <p:spPr>
          <a:xfrm>
            <a:off x="3600000" y="3015000"/>
            <a:ext cx="2336040" cy="194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80000"/>
              </a:lnSpc>
              <a:tabLst>
                <a:tab pos="0" algn="l"/>
              </a:tabLst>
            </a:pPr>
            <a:r>
              <a:rPr lang="es-ES" sz="1600" b="1" strike="noStrike" spc="-1">
                <a:solidFill>
                  <a:srgbClr val="363E61"/>
                </a:solidFill>
                <a:latin typeface="Century Gothic"/>
                <a:ea typeface="Century Gothic"/>
              </a:rPr>
              <a:t>VISIÓN DE CONJUNTO</a:t>
            </a:r>
            <a:endParaRPr lang="es-ES" sz="1600" b="0" strike="noStrike" spc="-1">
              <a:solidFill>
                <a:srgbClr val="000000"/>
              </a:solidFill>
              <a:latin typeface="Arial"/>
            </a:endParaRPr>
          </a:p>
        </p:txBody>
      </p:sp>
      <p:sp>
        <p:nvSpPr>
          <p:cNvPr id="171" name="Google Shape;285;p 2"/>
          <p:cNvSpPr/>
          <p:nvPr/>
        </p:nvSpPr>
        <p:spPr>
          <a:xfrm>
            <a:off x="1419840" y="3401280"/>
            <a:ext cx="1744560" cy="191988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defTabSz="914400">
              <a:lnSpc>
                <a:spcPct val="100000"/>
              </a:lnSpc>
              <a:tabLst>
                <a:tab pos="0" algn="l"/>
              </a:tabLst>
            </a:pPr>
            <a:r>
              <a:rPr lang="es-ES" sz="1800" b="0" strike="noStrike" spc="-1">
                <a:solidFill>
                  <a:schemeClr val="dk1"/>
                </a:solidFill>
                <a:latin typeface="Tahoma"/>
                <a:ea typeface="Tahoma"/>
              </a:rPr>
              <a:t>Visual Studio Code proporciona un entorno conocido compatible con extensiones</a:t>
            </a:r>
            <a:endParaRPr lang="es-ES" sz="1800" b="0" strike="noStrike" spc="-1">
              <a:solidFill>
                <a:srgbClr val="000000"/>
              </a:solidFill>
              <a:latin typeface="Arial"/>
            </a:endParaRPr>
          </a:p>
        </p:txBody>
      </p:sp>
      <p:sp>
        <p:nvSpPr>
          <p:cNvPr id="172" name="Google Shape;286;p 2"/>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173" name="Google Shape;287;p 2"/>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VENTAJAS DE CURSOR AI FRENTE A OTRAS SOLUCIONES</a:t>
            </a:r>
            <a:endParaRPr lang="es-ES" sz="2000" b="0" strike="noStrike" spc="-1">
              <a:solidFill>
                <a:srgbClr val="000000"/>
              </a:solidFill>
              <a:latin typeface="Arial"/>
            </a:endParaRPr>
          </a:p>
        </p:txBody>
      </p:sp>
      <p:sp>
        <p:nvSpPr>
          <p:cNvPr id="174" name="Google Shape;288;p 2"/>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Comparativa</a:t>
            </a:r>
            <a:endParaRPr lang="es-ES" sz="1600" b="0" strike="noStrike" spc="-1">
              <a:solidFill>
                <a:srgbClr val="000000"/>
              </a:solidFill>
              <a:latin typeface="Arial"/>
            </a:endParaRPr>
          </a:p>
        </p:txBody>
      </p:sp>
      <p:sp>
        <p:nvSpPr>
          <p:cNvPr id="175" name="Google Shape;289;p 2"/>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04</a:t>
            </a:r>
            <a:endParaRPr lang="es-ES" sz="5000" b="0" strike="noStrike" spc="-1">
              <a:solidFill>
                <a:srgbClr val="000000"/>
              </a:solidFill>
              <a:latin typeface="Arial"/>
            </a:endParaRPr>
          </a:p>
        </p:txBody>
      </p:sp>
      <p:cxnSp>
        <p:nvCxnSpPr>
          <p:cNvPr id="176" name="Google Shape;290;p 2"/>
          <p:cNvCxnSpPr/>
          <p:nvPr/>
        </p:nvCxnSpPr>
        <p:spPr>
          <a:xfrm flipV="1">
            <a:off x="1358640" y="618840"/>
            <a:ext cx="11880" cy="687960"/>
          </a:xfrm>
          <a:prstGeom prst="straightConnector1">
            <a:avLst/>
          </a:prstGeom>
          <a:ln w="19080">
            <a:solidFill>
              <a:srgbClr val="179AD7"/>
            </a:solidFill>
            <a:miter/>
          </a:ln>
        </p:spPr>
      </p:cxnSp>
      <p:sp>
        <p:nvSpPr>
          <p:cNvPr id="177" name="Google Shape;294;p 2"/>
          <p:cNvSpPr/>
          <p:nvPr/>
        </p:nvSpPr>
        <p:spPr>
          <a:xfrm>
            <a:off x="6300000" y="3006000"/>
            <a:ext cx="1975680" cy="194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80000"/>
              </a:lnSpc>
              <a:tabLst>
                <a:tab pos="0" algn="l"/>
              </a:tabLst>
            </a:pPr>
            <a:r>
              <a:rPr lang="es-ES" sz="1600" b="1" strike="noStrike" spc="-1" dirty="0">
                <a:solidFill>
                  <a:srgbClr val="363E61"/>
                </a:solidFill>
                <a:latin typeface="Century Gothic"/>
                <a:ea typeface="Century Gothic"/>
              </a:rPr>
              <a:t>PERSONALIZABLE</a:t>
            </a:r>
            <a:endParaRPr lang="es-ES" sz="1600" b="0" strike="noStrike" spc="-1" dirty="0">
              <a:solidFill>
                <a:srgbClr val="000000"/>
              </a:solidFill>
              <a:latin typeface="Arial"/>
            </a:endParaRPr>
          </a:p>
        </p:txBody>
      </p:sp>
      <p:sp>
        <p:nvSpPr>
          <p:cNvPr id="178" name="Google Shape;295;p 2"/>
          <p:cNvSpPr/>
          <p:nvPr/>
        </p:nvSpPr>
        <p:spPr>
          <a:xfrm>
            <a:off x="8925480" y="2997360"/>
            <a:ext cx="1594080" cy="194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80000"/>
              </a:lnSpc>
              <a:tabLst>
                <a:tab pos="0" algn="l"/>
              </a:tabLst>
            </a:pPr>
            <a:r>
              <a:rPr lang="es-ES" sz="1600" b="1" strike="noStrike" spc="-1">
                <a:solidFill>
                  <a:srgbClr val="363E61"/>
                </a:solidFill>
                <a:latin typeface="Century Gothic"/>
                <a:ea typeface="Century Gothic"/>
              </a:rPr>
              <a:t>USABILIDAD</a:t>
            </a:r>
            <a:endParaRPr lang="es-ES" sz="1600" b="0" strike="noStrike" spc="-1">
              <a:solidFill>
                <a:srgbClr val="000000"/>
              </a:solidFill>
              <a:latin typeface="Arial"/>
            </a:endParaRPr>
          </a:p>
        </p:txBody>
      </p:sp>
      <p:sp>
        <p:nvSpPr>
          <p:cNvPr id="179" name="Google Shape;296;p 2"/>
          <p:cNvSpPr/>
          <p:nvPr/>
        </p:nvSpPr>
        <p:spPr>
          <a:xfrm>
            <a:off x="1440000" y="2997360"/>
            <a:ext cx="1645200" cy="194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80000"/>
              </a:lnSpc>
              <a:tabLst>
                <a:tab pos="0" algn="l"/>
              </a:tabLst>
            </a:pPr>
            <a:r>
              <a:rPr lang="es-ES" sz="1600" b="1" strike="noStrike" spc="-1">
                <a:solidFill>
                  <a:srgbClr val="363E61"/>
                </a:solidFill>
                <a:latin typeface="Century Gothic"/>
                <a:ea typeface="Century Gothic"/>
              </a:rPr>
              <a:t>FAMILIARIDAD</a:t>
            </a:r>
            <a:endParaRPr lang="es-ES" sz="1600" b="0" strike="noStrike" spc="-1">
              <a:solidFill>
                <a:srgbClr val="000000"/>
              </a:solidFill>
              <a:latin typeface="Arial"/>
            </a:endParaRPr>
          </a:p>
        </p:txBody>
      </p:sp>
      <p:sp>
        <p:nvSpPr>
          <p:cNvPr id="180" name="Google Shape;298;p 2"/>
          <p:cNvSpPr/>
          <p:nvPr/>
        </p:nvSpPr>
        <p:spPr>
          <a:xfrm>
            <a:off x="8771040" y="3389400"/>
            <a:ext cx="1909440" cy="109692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defTabSz="914400">
              <a:lnSpc>
                <a:spcPct val="100000"/>
              </a:lnSpc>
              <a:tabLst>
                <a:tab pos="0" algn="l"/>
              </a:tabLst>
            </a:pPr>
            <a:r>
              <a:rPr lang="es-ES" sz="1800" b="0" strike="noStrike" spc="-1">
                <a:solidFill>
                  <a:schemeClr val="dk1"/>
                </a:solidFill>
                <a:latin typeface="Tahoma"/>
                <a:ea typeface="Tahoma"/>
              </a:rPr>
              <a:t>Fácil de usar y con diferentes modelos de lenguaje</a:t>
            </a:r>
            <a:endParaRPr lang="es-ES" sz="1800" b="0" strike="noStrike" spc="-1">
              <a:solidFill>
                <a:srgbClr val="000000"/>
              </a:solidFill>
              <a:latin typeface="Arial"/>
            </a:endParaRPr>
          </a:p>
        </p:txBody>
      </p:sp>
      <p:sp>
        <p:nvSpPr>
          <p:cNvPr id="181" name="Google Shape;299;p 2"/>
          <p:cNvSpPr/>
          <p:nvPr/>
        </p:nvSpPr>
        <p:spPr>
          <a:xfrm rot="21594600">
            <a:off x="6345720" y="3388320"/>
            <a:ext cx="1927440" cy="164556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defTabSz="914400">
              <a:lnSpc>
                <a:spcPct val="100000"/>
              </a:lnSpc>
              <a:tabLst>
                <a:tab pos="0" algn="l"/>
              </a:tabLst>
            </a:pPr>
            <a:r>
              <a:rPr lang="es-ES" sz="1800" b="0" strike="noStrike" spc="-1">
                <a:solidFill>
                  <a:schemeClr val="dk1"/>
                </a:solidFill>
                <a:latin typeface="Tahoma"/>
                <a:ea typeface="Tahoma"/>
              </a:rPr>
              <a:t>Se adapta a nuestras necesidades y a la configuración según nuestro perfil</a:t>
            </a:r>
            <a:endParaRPr lang="es-ES" sz="1800" b="0" strike="noStrike" spc="-1">
              <a:solidFill>
                <a:srgbClr val="000000"/>
              </a:solidFill>
              <a:latin typeface="Arial"/>
            </a:endParaRPr>
          </a:p>
        </p:txBody>
      </p:sp>
      <p:sp>
        <p:nvSpPr>
          <p:cNvPr id="182" name="Google Shape;300;p 2"/>
          <p:cNvSpPr/>
          <p:nvPr/>
        </p:nvSpPr>
        <p:spPr>
          <a:xfrm>
            <a:off x="3807360" y="3391920"/>
            <a:ext cx="1900440" cy="246852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defTabSz="914400">
              <a:lnSpc>
                <a:spcPct val="100000"/>
              </a:lnSpc>
              <a:tabLst>
                <a:tab pos="0" algn="l"/>
              </a:tabLst>
            </a:pPr>
            <a:r>
              <a:rPr lang="es-ES" sz="1800" b="0" strike="noStrike" spc="-1">
                <a:solidFill>
                  <a:schemeClr val="dk1"/>
                </a:solidFill>
                <a:latin typeface="Tahoma"/>
                <a:ea typeface="Tahoma"/>
              </a:rPr>
              <a:t>Acceso a la  estructura del proyecto</a:t>
            </a:r>
            <a:endParaRPr lang="es-ES" sz="1800" b="0" strike="noStrike" spc="-1">
              <a:solidFill>
                <a:srgbClr val="000000"/>
              </a:solidFill>
              <a:latin typeface="Arial"/>
            </a:endParaRPr>
          </a:p>
          <a:p>
            <a:pPr algn="ctr" defTabSz="914400">
              <a:lnSpc>
                <a:spcPct val="100000"/>
              </a:lnSpc>
              <a:tabLst>
                <a:tab pos="0" algn="l"/>
              </a:tabLst>
            </a:pPr>
            <a:r>
              <a:rPr lang="es-ES" sz="1800" b="0" strike="noStrike" spc="-1">
                <a:solidFill>
                  <a:schemeClr val="dk1"/>
                </a:solidFill>
                <a:latin typeface="Tahoma"/>
                <a:ea typeface="Tahoma"/>
              </a:rPr>
              <a:t>(no más CTRL+C &amp; CTRL+V), capacidad de manejar archivos simultáneos</a:t>
            </a:r>
            <a:endParaRPr lang="es-ES" sz="1800" b="0" strike="noStrike" spc="-1">
              <a:solidFill>
                <a:srgbClr val="000000"/>
              </a:solidFill>
              <a:latin typeface="Arial"/>
            </a:endParaRPr>
          </a:p>
        </p:txBody>
      </p:sp>
      <p:pic>
        <p:nvPicPr>
          <p:cNvPr id="183" name="Google Shape;292;p 1"/>
          <p:cNvPicPr/>
          <p:nvPr/>
        </p:nvPicPr>
        <p:blipFill>
          <a:blip r:embed="rId3"/>
          <a:stretch/>
        </p:blipFill>
        <p:spPr>
          <a:xfrm>
            <a:off x="4500000" y="2340000"/>
            <a:ext cx="499680" cy="490680"/>
          </a:xfrm>
          <a:prstGeom prst="rect">
            <a:avLst/>
          </a:prstGeom>
          <a:ln w="0">
            <a:noFill/>
          </a:ln>
        </p:spPr>
      </p:pic>
      <p:pic>
        <p:nvPicPr>
          <p:cNvPr id="184" name="Google Shape;465;p 1"/>
          <p:cNvPicPr/>
          <p:nvPr/>
        </p:nvPicPr>
        <p:blipFill>
          <a:blip r:embed="rId4"/>
          <a:stretch/>
        </p:blipFill>
        <p:spPr>
          <a:xfrm flipH="1">
            <a:off x="7024320" y="2329200"/>
            <a:ext cx="449280" cy="510480"/>
          </a:xfrm>
          <a:prstGeom prst="rect">
            <a:avLst/>
          </a:prstGeom>
          <a:ln w="0">
            <a:noFill/>
          </a:ln>
        </p:spPr>
      </p:pic>
      <p:pic>
        <p:nvPicPr>
          <p:cNvPr id="185" name="Google Shape;491;p 1"/>
          <p:cNvPicPr/>
          <p:nvPr/>
        </p:nvPicPr>
        <p:blipFill>
          <a:blip r:embed="rId5"/>
          <a:stretch/>
        </p:blipFill>
        <p:spPr>
          <a:xfrm>
            <a:off x="9435600" y="2386800"/>
            <a:ext cx="496800" cy="489600"/>
          </a:xfrm>
          <a:prstGeom prst="rect">
            <a:avLst/>
          </a:prstGeom>
          <a:ln w="0">
            <a:noFill/>
          </a:ln>
        </p:spPr>
      </p:pic>
      <p:pic>
        <p:nvPicPr>
          <p:cNvPr id="186" name="Google Shape;449;p 1"/>
          <p:cNvPicPr/>
          <p:nvPr/>
        </p:nvPicPr>
        <p:blipFill>
          <a:blip r:embed="rId6"/>
          <a:stretch/>
        </p:blipFill>
        <p:spPr>
          <a:xfrm>
            <a:off x="1980000" y="2350800"/>
            <a:ext cx="464400" cy="489600"/>
          </a:xfrm>
          <a:prstGeom prst="rect">
            <a:avLst/>
          </a:prstGeom>
          <a:ln w="0">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187" name="Google Shape;124;p 1"/>
          <p:cNvSpPr/>
          <p:nvPr/>
        </p:nvSpPr>
        <p:spPr>
          <a:xfrm>
            <a:off x="619920" y="4273560"/>
            <a:ext cx="2863800" cy="85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Precios de Cursor AI</a:t>
            </a:r>
            <a:endParaRPr lang="es-ES" sz="2500" b="0" strike="noStrike" spc="-1">
              <a:solidFill>
                <a:srgbClr val="000000"/>
              </a:solidFill>
              <a:latin typeface="Arial"/>
            </a:endParaRPr>
          </a:p>
        </p:txBody>
      </p:sp>
      <p:sp>
        <p:nvSpPr>
          <p:cNvPr id="188" name="Google Shape;125;p 3"/>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Century Gothic"/>
              </a:rPr>
              <a:t>05</a:t>
            </a:r>
            <a:endParaRPr lang="es-ES" sz="6000" b="0" strike="noStrike" spc="-1">
              <a:solidFill>
                <a:srgbClr val="000000"/>
              </a:solidFill>
              <a:latin typeface="Arial"/>
            </a:endParaRPr>
          </a:p>
        </p:txBody>
      </p:sp>
      <p:cxnSp>
        <p:nvCxnSpPr>
          <p:cNvPr id="189" name="Google Shape;126;p 3"/>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190" name="Google Shape;330;p 1"/>
          <p:cNvSpPr/>
          <p:nvPr/>
        </p:nvSpPr>
        <p:spPr>
          <a:xfrm>
            <a:off x="1132920" y="1869120"/>
            <a:ext cx="3001680" cy="3759120"/>
          </a:xfrm>
          <a:prstGeom prst="flowChartAlternateProcess">
            <a:avLst/>
          </a:prstGeom>
          <a:solidFill>
            <a:srgbClr val="ECBE34"/>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000000"/>
              </a:solidFill>
              <a:latin typeface="Arial"/>
              <a:ea typeface="DejaVu Sans"/>
            </a:endParaRPr>
          </a:p>
        </p:txBody>
      </p:sp>
      <p:sp>
        <p:nvSpPr>
          <p:cNvPr id="191" name="Google Shape;331;p 2"/>
          <p:cNvSpPr/>
          <p:nvPr/>
        </p:nvSpPr>
        <p:spPr>
          <a:xfrm>
            <a:off x="1363320" y="2188800"/>
            <a:ext cx="2439360" cy="455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400" b="1" strike="noStrike" spc="-1">
                <a:solidFill>
                  <a:srgbClr val="363E61"/>
                </a:solidFill>
                <a:latin typeface="Century Gothic"/>
                <a:ea typeface="Century Gothic"/>
              </a:rPr>
              <a:t>Hobby - Free</a:t>
            </a:r>
            <a:endParaRPr lang="es-ES" sz="2400" b="0" strike="noStrike" spc="-1">
              <a:solidFill>
                <a:srgbClr val="000000"/>
              </a:solidFill>
              <a:latin typeface="Arial"/>
            </a:endParaRPr>
          </a:p>
        </p:txBody>
      </p:sp>
      <p:sp>
        <p:nvSpPr>
          <p:cNvPr id="192" name="Google Shape;332;p 2"/>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193" name="Google Shape;333;p 2"/>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PRECIOS DE CURSOR AI</a:t>
            </a:r>
            <a:endParaRPr lang="es-ES" sz="2000" b="0" strike="noStrike" spc="-1">
              <a:solidFill>
                <a:srgbClr val="000000"/>
              </a:solidFill>
              <a:latin typeface="Arial"/>
            </a:endParaRPr>
          </a:p>
        </p:txBody>
      </p:sp>
      <p:sp>
        <p:nvSpPr>
          <p:cNvPr id="194" name="Google Shape;334;p 2"/>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Planes Individuales</a:t>
            </a:r>
            <a:endParaRPr lang="es-ES" sz="1600" b="0" strike="noStrike" spc="-1">
              <a:solidFill>
                <a:srgbClr val="000000"/>
              </a:solidFill>
              <a:latin typeface="Arial"/>
            </a:endParaRPr>
          </a:p>
        </p:txBody>
      </p:sp>
      <p:sp>
        <p:nvSpPr>
          <p:cNvPr id="195" name="Google Shape;335;p 2"/>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05</a:t>
            </a:r>
            <a:endParaRPr lang="es-ES" sz="5000" b="0" strike="noStrike" spc="-1">
              <a:solidFill>
                <a:srgbClr val="000000"/>
              </a:solidFill>
              <a:latin typeface="Arial"/>
            </a:endParaRPr>
          </a:p>
        </p:txBody>
      </p:sp>
      <p:cxnSp>
        <p:nvCxnSpPr>
          <p:cNvPr id="196" name="Google Shape;336;p 2"/>
          <p:cNvCxnSpPr/>
          <p:nvPr/>
        </p:nvCxnSpPr>
        <p:spPr>
          <a:xfrm flipV="1">
            <a:off x="1358640" y="618840"/>
            <a:ext cx="11880" cy="687960"/>
          </a:xfrm>
          <a:prstGeom prst="straightConnector1">
            <a:avLst/>
          </a:prstGeom>
          <a:ln w="19080">
            <a:solidFill>
              <a:srgbClr val="179AD7"/>
            </a:solidFill>
            <a:miter/>
          </a:ln>
        </p:spPr>
      </p:cxnSp>
      <p:cxnSp>
        <p:nvCxnSpPr>
          <p:cNvPr id="197" name="Google Shape;337;p 2"/>
          <p:cNvCxnSpPr/>
          <p:nvPr/>
        </p:nvCxnSpPr>
        <p:spPr>
          <a:xfrm>
            <a:off x="1361520" y="3121200"/>
            <a:ext cx="2520720" cy="14400"/>
          </a:xfrm>
          <a:prstGeom prst="straightConnector1">
            <a:avLst/>
          </a:prstGeom>
          <a:ln w="19080">
            <a:solidFill>
              <a:srgbClr val="FFFFFF"/>
            </a:solidFill>
            <a:miter/>
          </a:ln>
        </p:spPr>
      </p:cxnSp>
      <p:sp>
        <p:nvSpPr>
          <p:cNvPr id="198" name="Google Shape;338;p 2"/>
          <p:cNvSpPr/>
          <p:nvPr/>
        </p:nvSpPr>
        <p:spPr>
          <a:xfrm>
            <a:off x="1464120" y="3322800"/>
            <a:ext cx="2345040" cy="128052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marL="285840" indent="-285840" defTabSz="914400">
              <a:lnSpc>
                <a:spcPct val="100000"/>
              </a:lnSpc>
              <a:buClr>
                <a:srgbClr val="363E61"/>
              </a:buClr>
              <a:buFont typeface="Arial"/>
              <a:buChar char="•"/>
              <a:tabLst>
                <a:tab pos="0" algn="l"/>
              </a:tabLst>
            </a:pPr>
            <a:r>
              <a:rPr lang="es-ES" sz="1400" b="0" strike="noStrike" spc="-1">
                <a:solidFill>
                  <a:srgbClr val="363E61"/>
                </a:solidFill>
                <a:latin typeface="Tahoma"/>
                <a:ea typeface="Tahoma"/>
              </a:rPr>
              <a:t>Prueba de versión pro de 2 semanas</a:t>
            </a:r>
            <a:endParaRPr lang="es-ES" sz="1400" b="0" strike="noStrike" spc="-1">
              <a:solidFill>
                <a:srgbClr val="000000"/>
              </a:solidFill>
              <a:latin typeface="Arial"/>
            </a:endParaRPr>
          </a:p>
          <a:p>
            <a:pPr marL="285840" indent="-285840" defTabSz="914400">
              <a:lnSpc>
                <a:spcPct val="100000"/>
              </a:lnSpc>
              <a:buClr>
                <a:srgbClr val="363E61"/>
              </a:buClr>
              <a:buFont typeface="Arial"/>
              <a:buChar char="•"/>
              <a:tabLst>
                <a:tab pos="0" algn="l"/>
              </a:tabLst>
            </a:pPr>
            <a:r>
              <a:rPr lang="es-ES" sz="1400" b="0" strike="noStrike" spc="-1">
                <a:solidFill>
                  <a:srgbClr val="363E61"/>
                </a:solidFill>
                <a:latin typeface="Tahoma"/>
                <a:ea typeface="Tahoma"/>
              </a:rPr>
              <a:t>Peticiones al agente limitadas</a:t>
            </a:r>
            <a:endParaRPr lang="es-ES" sz="1400" b="0" strike="noStrike" spc="-1">
              <a:solidFill>
                <a:srgbClr val="000000"/>
              </a:solidFill>
              <a:latin typeface="Arial"/>
            </a:endParaRPr>
          </a:p>
          <a:p>
            <a:pPr marL="285840" indent="-285840" defTabSz="914400">
              <a:lnSpc>
                <a:spcPct val="100000"/>
              </a:lnSpc>
              <a:buClr>
                <a:srgbClr val="363E61"/>
              </a:buClr>
              <a:buFont typeface="Arial"/>
              <a:buChar char="•"/>
              <a:tabLst>
                <a:tab pos="0" algn="l"/>
              </a:tabLst>
            </a:pPr>
            <a:r>
              <a:rPr lang="es-ES" sz="1400" b="0" strike="noStrike" spc="-1">
                <a:solidFill>
                  <a:srgbClr val="363E61"/>
                </a:solidFill>
                <a:latin typeface="Tahoma"/>
                <a:ea typeface="Tahoma"/>
              </a:rPr>
              <a:t>Autocompletado de tabulación limitado</a:t>
            </a:r>
            <a:endParaRPr lang="es-ES" sz="1400" b="0" strike="noStrike" spc="-1">
              <a:solidFill>
                <a:srgbClr val="000000"/>
              </a:solidFill>
              <a:latin typeface="Arial"/>
            </a:endParaRPr>
          </a:p>
        </p:txBody>
      </p:sp>
      <p:sp>
        <p:nvSpPr>
          <p:cNvPr id="199" name="Google Shape;339;p 2"/>
          <p:cNvSpPr/>
          <p:nvPr/>
        </p:nvSpPr>
        <p:spPr>
          <a:xfrm>
            <a:off x="4606560" y="1879200"/>
            <a:ext cx="3001680" cy="3759120"/>
          </a:xfrm>
          <a:prstGeom prst="flowChartAlternateProcess">
            <a:avLst/>
          </a:prstGeom>
          <a:solidFill>
            <a:srgbClr val="179AD7"/>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FFFFFF"/>
              </a:solidFill>
              <a:latin typeface="Arial"/>
              <a:ea typeface="DejaVu Sans"/>
            </a:endParaRPr>
          </a:p>
        </p:txBody>
      </p:sp>
      <p:sp>
        <p:nvSpPr>
          <p:cNvPr id="200" name="Google Shape;340;p 2"/>
          <p:cNvSpPr/>
          <p:nvPr/>
        </p:nvSpPr>
        <p:spPr>
          <a:xfrm>
            <a:off x="4836960" y="2198520"/>
            <a:ext cx="2439360" cy="455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400" b="1" strike="noStrike" spc="-1">
                <a:solidFill>
                  <a:srgbClr val="363E61"/>
                </a:solidFill>
                <a:latin typeface="Century Gothic"/>
                <a:ea typeface="Century Gothic"/>
              </a:rPr>
              <a:t>Pro 20$ / mes</a:t>
            </a:r>
            <a:endParaRPr lang="es-ES" sz="2400" b="0" strike="noStrike" spc="-1">
              <a:solidFill>
                <a:srgbClr val="000000"/>
              </a:solidFill>
              <a:latin typeface="Arial"/>
            </a:endParaRPr>
          </a:p>
        </p:txBody>
      </p:sp>
      <p:cxnSp>
        <p:nvCxnSpPr>
          <p:cNvPr id="201" name="Google Shape;341;p 2"/>
          <p:cNvCxnSpPr/>
          <p:nvPr/>
        </p:nvCxnSpPr>
        <p:spPr>
          <a:xfrm>
            <a:off x="4835160" y="3130920"/>
            <a:ext cx="2520720" cy="14400"/>
          </a:xfrm>
          <a:prstGeom prst="straightConnector1">
            <a:avLst/>
          </a:prstGeom>
          <a:ln w="19080">
            <a:solidFill>
              <a:srgbClr val="FFFFFF"/>
            </a:solidFill>
            <a:miter/>
          </a:ln>
        </p:spPr>
      </p:cxnSp>
      <p:sp>
        <p:nvSpPr>
          <p:cNvPr id="202" name="Google Shape;342;p 2"/>
          <p:cNvSpPr/>
          <p:nvPr/>
        </p:nvSpPr>
        <p:spPr>
          <a:xfrm>
            <a:off x="4937760" y="3332520"/>
            <a:ext cx="2345040" cy="1938992"/>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marL="285840" indent="-285840" defTabSz="914400">
              <a:lnSpc>
                <a:spcPct val="100000"/>
              </a:lnSpc>
              <a:buClr>
                <a:srgbClr val="363E61"/>
              </a:buClr>
              <a:buFont typeface="Arial"/>
              <a:buChar char="•"/>
              <a:tabLst>
                <a:tab pos="0" algn="l"/>
              </a:tabLst>
            </a:pPr>
            <a:r>
              <a:rPr lang="es-ES" sz="1400" b="0" strike="noStrike" spc="-1" dirty="0">
                <a:solidFill>
                  <a:srgbClr val="363E61"/>
                </a:solidFill>
                <a:latin typeface="Tahoma"/>
                <a:ea typeface="Tahoma"/>
              </a:rPr>
              <a:t>Limites de agente extendidos</a:t>
            </a:r>
            <a:endParaRPr lang="es-ES" sz="1400" b="0" strike="noStrike" spc="-1" dirty="0">
              <a:solidFill>
                <a:srgbClr val="000000"/>
              </a:solidFill>
              <a:latin typeface="Arial"/>
            </a:endParaRPr>
          </a:p>
          <a:p>
            <a:pPr marL="285840" indent="-285840" defTabSz="914400">
              <a:lnSpc>
                <a:spcPct val="100000"/>
              </a:lnSpc>
              <a:buClr>
                <a:srgbClr val="363E61"/>
              </a:buClr>
              <a:buFont typeface="Arial"/>
              <a:buChar char="•"/>
              <a:tabLst>
                <a:tab pos="0" algn="l"/>
              </a:tabLst>
            </a:pPr>
            <a:r>
              <a:rPr lang="es-ES" sz="1400" b="0" strike="noStrike" spc="-1" dirty="0">
                <a:solidFill>
                  <a:srgbClr val="363E61"/>
                </a:solidFill>
                <a:latin typeface="Tahoma"/>
                <a:ea typeface="Tahoma"/>
              </a:rPr>
              <a:t>Autocompletado tabulación ilimitado</a:t>
            </a:r>
            <a:endParaRPr lang="es-ES" sz="1400" b="0" strike="noStrike" spc="-1" dirty="0">
              <a:solidFill>
                <a:srgbClr val="000000"/>
              </a:solidFill>
              <a:latin typeface="Arial"/>
            </a:endParaRPr>
          </a:p>
          <a:p>
            <a:pPr marL="285840" indent="-285840" defTabSz="914400">
              <a:lnSpc>
                <a:spcPct val="100000"/>
              </a:lnSpc>
              <a:buClr>
                <a:srgbClr val="363E61"/>
              </a:buClr>
              <a:buFont typeface="Arial"/>
              <a:buChar char="•"/>
              <a:tabLst>
                <a:tab pos="0" algn="l"/>
              </a:tabLst>
            </a:pPr>
            <a:r>
              <a:rPr lang="es-ES" sz="1400" b="0" strike="noStrike" spc="-1" dirty="0">
                <a:solidFill>
                  <a:srgbClr val="363E61"/>
                </a:solidFill>
                <a:latin typeface="Tahoma"/>
                <a:ea typeface="Tahoma"/>
              </a:rPr>
              <a:t>Agentes en segundo plano</a:t>
            </a:r>
            <a:endParaRPr lang="es-ES" sz="1400" b="0" strike="noStrike" spc="-1" dirty="0">
              <a:solidFill>
                <a:srgbClr val="000000"/>
              </a:solidFill>
              <a:latin typeface="Arial"/>
            </a:endParaRPr>
          </a:p>
          <a:p>
            <a:pPr marL="285840" indent="-285840" defTabSz="914400">
              <a:lnSpc>
                <a:spcPct val="100000"/>
              </a:lnSpc>
              <a:buClr>
                <a:srgbClr val="363E61"/>
              </a:buClr>
              <a:buFont typeface="Arial"/>
              <a:buChar char="•"/>
              <a:tabLst>
                <a:tab pos="0" algn="l"/>
              </a:tabLst>
            </a:pPr>
            <a:r>
              <a:rPr lang="es-ES" sz="1400" b="0" strike="noStrike" spc="-1" dirty="0">
                <a:solidFill>
                  <a:srgbClr val="363E61"/>
                </a:solidFill>
                <a:latin typeface="Tahoma"/>
                <a:ea typeface="Tahoma"/>
              </a:rPr>
              <a:t>Acceso máximo a ventanas contextuales</a:t>
            </a:r>
            <a:endParaRPr lang="es-ES" sz="1400" b="0" strike="noStrike" spc="-1" dirty="0">
              <a:solidFill>
                <a:srgbClr val="000000"/>
              </a:solidFill>
              <a:latin typeface="Arial"/>
            </a:endParaRPr>
          </a:p>
          <a:p>
            <a:pPr defTabSz="914400">
              <a:lnSpc>
                <a:spcPct val="100000"/>
              </a:lnSpc>
              <a:tabLst>
                <a:tab pos="0" algn="l"/>
              </a:tabLst>
            </a:pPr>
            <a:endParaRPr lang="es-ES" sz="1400" b="0" strike="noStrike" spc="-1" dirty="0">
              <a:solidFill>
                <a:srgbClr val="000000"/>
              </a:solidFill>
              <a:latin typeface="Arial"/>
            </a:endParaRPr>
          </a:p>
        </p:txBody>
      </p:sp>
      <p:sp>
        <p:nvSpPr>
          <p:cNvPr id="203" name="Google Shape;343;p 2"/>
          <p:cNvSpPr/>
          <p:nvPr/>
        </p:nvSpPr>
        <p:spPr>
          <a:xfrm>
            <a:off x="8060400" y="1859400"/>
            <a:ext cx="3001680" cy="3759120"/>
          </a:xfrm>
          <a:prstGeom prst="flowChartAlternateProcess">
            <a:avLst/>
          </a:prstGeom>
          <a:solidFill>
            <a:srgbClr val="363E6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FFFFFF"/>
              </a:solidFill>
              <a:latin typeface="Arial"/>
              <a:ea typeface="DejaVu Sans"/>
            </a:endParaRPr>
          </a:p>
        </p:txBody>
      </p:sp>
      <p:sp>
        <p:nvSpPr>
          <p:cNvPr id="204" name="Google Shape;344;p 2"/>
          <p:cNvSpPr/>
          <p:nvPr/>
        </p:nvSpPr>
        <p:spPr>
          <a:xfrm>
            <a:off x="8290800" y="2178720"/>
            <a:ext cx="2439360" cy="82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400" b="1" strike="noStrike" spc="-1">
                <a:solidFill>
                  <a:srgbClr val="ECBE34"/>
                </a:solidFill>
                <a:latin typeface="Century Gothic"/>
                <a:ea typeface="Century Gothic"/>
              </a:rPr>
              <a:t>Ultra 200$ / mes</a:t>
            </a:r>
            <a:endParaRPr lang="es-ES" sz="2400" b="0" strike="noStrike" spc="-1">
              <a:solidFill>
                <a:srgbClr val="000000"/>
              </a:solidFill>
              <a:latin typeface="Arial"/>
            </a:endParaRPr>
          </a:p>
        </p:txBody>
      </p:sp>
      <p:cxnSp>
        <p:nvCxnSpPr>
          <p:cNvPr id="205" name="Google Shape;345;p 2"/>
          <p:cNvCxnSpPr/>
          <p:nvPr/>
        </p:nvCxnSpPr>
        <p:spPr>
          <a:xfrm>
            <a:off x="8288640" y="3111120"/>
            <a:ext cx="2521080" cy="14400"/>
          </a:xfrm>
          <a:prstGeom prst="straightConnector1">
            <a:avLst/>
          </a:prstGeom>
          <a:ln w="19080">
            <a:solidFill>
              <a:srgbClr val="FFFFFF"/>
            </a:solidFill>
            <a:miter/>
          </a:ln>
        </p:spPr>
      </p:cxnSp>
      <p:sp>
        <p:nvSpPr>
          <p:cNvPr id="206" name="Google Shape;346;p 2"/>
          <p:cNvSpPr/>
          <p:nvPr/>
        </p:nvSpPr>
        <p:spPr>
          <a:xfrm>
            <a:off x="8391240" y="3312720"/>
            <a:ext cx="2345040" cy="149400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00000"/>
              </a:lnSpc>
              <a:tabLst>
                <a:tab pos="0" algn="l"/>
              </a:tabLst>
            </a:pPr>
            <a:r>
              <a:rPr lang="es-ES" sz="1400" b="0" strike="noStrike" spc="-1">
                <a:solidFill>
                  <a:srgbClr val="ECBE34"/>
                </a:solidFill>
                <a:latin typeface="Tahoma"/>
                <a:ea typeface="Tahoma"/>
              </a:rPr>
              <a:t>Lo incluido en Pro más:</a:t>
            </a:r>
            <a:endParaRPr lang="es-ES" sz="1400" b="0" strike="noStrike" spc="-1">
              <a:solidFill>
                <a:srgbClr val="000000"/>
              </a:solidFill>
              <a:latin typeface="Arial"/>
            </a:endParaRPr>
          </a:p>
          <a:p>
            <a:pPr marL="285840" indent="-285840" defTabSz="914400">
              <a:lnSpc>
                <a:spcPct val="100000"/>
              </a:lnSpc>
              <a:buClr>
                <a:srgbClr val="ECBE34"/>
              </a:buClr>
              <a:buFont typeface="Arial"/>
              <a:buChar char="•"/>
              <a:tabLst>
                <a:tab pos="0" algn="l"/>
              </a:tabLst>
            </a:pPr>
            <a:r>
              <a:rPr lang="es-ES" sz="1400" b="0" strike="noStrike" spc="-1">
                <a:solidFill>
                  <a:srgbClr val="ECBE34"/>
                </a:solidFill>
                <a:latin typeface="Tahoma"/>
                <a:ea typeface="Tahoma"/>
              </a:rPr>
              <a:t>20 veces más de uso en todos los modelos OpenAI, Claude y Gemini</a:t>
            </a:r>
            <a:endParaRPr lang="es-ES" sz="1400" b="0" strike="noStrike" spc="-1">
              <a:solidFill>
                <a:srgbClr val="000000"/>
              </a:solidFill>
              <a:latin typeface="Arial"/>
            </a:endParaRPr>
          </a:p>
          <a:p>
            <a:pPr marL="285840" indent="-285840" defTabSz="914400">
              <a:lnSpc>
                <a:spcPct val="100000"/>
              </a:lnSpc>
              <a:buClr>
                <a:srgbClr val="ECBE34"/>
              </a:buClr>
              <a:buFont typeface="Arial"/>
              <a:buChar char="•"/>
              <a:tabLst>
                <a:tab pos="0" algn="l"/>
              </a:tabLst>
            </a:pPr>
            <a:r>
              <a:rPr lang="es-ES" sz="1400" b="0" strike="noStrike" spc="-1">
                <a:solidFill>
                  <a:srgbClr val="ECBE34"/>
                </a:solidFill>
                <a:latin typeface="Tahoma"/>
                <a:ea typeface="Tahoma"/>
              </a:rPr>
              <a:t>Acceso prioritario a nuevas funcionalidades</a:t>
            </a:r>
            <a:endParaRPr lang="es-ES" sz="1400" b="0" strike="noStrike" spc="-1">
              <a:solidFill>
                <a:srgbClr val="000000"/>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207" name="Google Shape;330;p 1"/>
          <p:cNvSpPr/>
          <p:nvPr/>
        </p:nvSpPr>
        <p:spPr>
          <a:xfrm>
            <a:off x="2800440" y="1869120"/>
            <a:ext cx="3001680" cy="3759120"/>
          </a:xfrm>
          <a:prstGeom prst="flowChartAlternateProcess">
            <a:avLst/>
          </a:prstGeom>
          <a:solidFill>
            <a:srgbClr val="ECBE34"/>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000000"/>
              </a:solidFill>
              <a:latin typeface="Arial"/>
              <a:ea typeface="DejaVu Sans"/>
            </a:endParaRPr>
          </a:p>
        </p:txBody>
      </p:sp>
      <p:sp>
        <p:nvSpPr>
          <p:cNvPr id="208" name="Google Shape;331;p 2"/>
          <p:cNvSpPr/>
          <p:nvPr/>
        </p:nvSpPr>
        <p:spPr>
          <a:xfrm>
            <a:off x="3030840" y="2188800"/>
            <a:ext cx="2439360" cy="82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400" b="1" strike="noStrike" spc="-1">
                <a:solidFill>
                  <a:srgbClr val="363E61"/>
                </a:solidFill>
                <a:latin typeface="Century Gothic"/>
                <a:ea typeface="Century Gothic"/>
              </a:rPr>
              <a:t>Equipos – 40$ / usuario / mes</a:t>
            </a:r>
            <a:endParaRPr lang="es-ES" sz="2400" b="0" strike="noStrike" spc="-1">
              <a:solidFill>
                <a:srgbClr val="000000"/>
              </a:solidFill>
              <a:latin typeface="Arial"/>
            </a:endParaRPr>
          </a:p>
        </p:txBody>
      </p:sp>
      <p:sp>
        <p:nvSpPr>
          <p:cNvPr id="209" name="Google Shape;332;p 2"/>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10" name="Google Shape;333;p 2"/>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PRECIOS DE CURSOR AI</a:t>
            </a:r>
            <a:endParaRPr lang="es-ES" sz="2000" b="0" strike="noStrike" spc="-1">
              <a:solidFill>
                <a:srgbClr val="000000"/>
              </a:solidFill>
              <a:latin typeface="Arial"/>
            </a:endParaRPr>
          </a:p>
        </p:txBody>
      </p:sp>
      <p:sp>
        <p:nvSpPr>
          <p:cNvPr id="211" name="Google Shape;334;p 2"/>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Planes de equipo</a:t>
            </a:r>
            <a:endParaRPr lang="es-ES" sz="1600" b="0" strike="noStrike" spc="-1">
              <a:solidFill>
                <a:srgbClr val="000000"/>
              </a:solidFill>
              <a:latin typeface="Arial"/>
            </a:endParaRPr>
          </a:p>
        </p:txBody>
      </p:sp>
      <p:sp>
        <p:nvSpPr>
          <p:cNvPr id="212" name="Google Shape;335;p 2"/>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05</a:t>
            </a:r>
            <a:endParaRPr lang="es-ES" sz="5000" b="0" strike="noStrike" spc="-1">
              <a:solidFill>
                <a:srgbClr val="000000"/>
              </a:solidFill>
              <a:latin typeface="Arial"/>
            </a:endParaRPr>
          </a:p>
        </p:txBody>
      </p:sp>
      <p:cxnSp>
        <p:nvCxnSpPr>
          <p:cNvPr id="213" name="Google Shape;336;p 2"/>
          <p:cNvCxnSpPr/>
          <p:nvPr/>
        </p:nvCxnSpPr>
        <p:spPr>
          <a:xfrm flipV="1">
            <a:off x="1358640" y="618840"/>
            <a:ext cx="11880" cy="687960"/>
          </a:xfrm>
          <a:prstGeom prst="straightConnector1">
            <a:avLst/>
          </a:prstGeom>
          <a:ln w="19080">
            <a:solidFill>
              <a:srgbClr val="179AD7"/>
            </a:solidFill>
            <a:miter/>
          </a:ln>
        </p:spPr>
      </p:cxnSp>
      <p:cxnSp>
        <p:nvCxnSpPr>
          <p:cNvPr id="214" name="Google Shape;337;p 2"/>
          <p:cNvCxnSpPr/>
          <p:nvPr/>
        </p:nvCxnSpPr>
        <p:spPr>
          <a:xfrm>
            <a:off x="3028680" y="3121200"/>
            <a:ext cx="2520720" cy="14400"/>
          </a:xfrm>
          <a:prstGeom prst="straightConnector1">
            <a:avLst/>
          </a:prstGeom>
          <a:ln w="19080">
            <a:solidFill>
              <a:srgbClr val="FFFFFF"/>
            </a:solidFill>
            <a:miter/>
          </a:ln>
        </p:spPr>
      </p:cxnSp>
      <p:sp>
        <p:nvSpPr>
          <p:cNvPr id="215" name="Google Shape;338;p 2"/>
          <p:cNvSpPr/>
          <p:nvPr/>
        </p:nvSpPr>
        <p:spPr>
          <a:xfrm>
            <a:off x="3131640" y="3322800"/>
            <a:ext cx="2445840" cy="1938992"/>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00000"/>
              </a:lnSpc>
              <a:tabLst>
                <a:tab pos="0" algn="l"/>
              </a:tabLst>
            </a:pPr>
            <a:r>
              <a:rPr lang="es-ES" sz="1400" b="0" strike="noStrike" spc="-1" dirty="0">
                <a:solidFill>
                  <a:srgbClr val="363E61"/>
                </a:solidFill>
                <a:latin typeface="Tahoma"/>
                <a:ea typeface="Tahoma"/>
              </a:rPr>
              <a:t>Todo lo de Pro, más:</a:t>
            </a:r>
            <a:endParaRPr lang="es-ES" sz="1400" b="0" strike="noStrike" spc="-1" dirty="0">
              <a:solidFill>
                <a:srgbClr val="000000"/>
              </a:solidFill>
              <a:latin typeface="Arial"/>
            </a:endParaRPr>
          </a:p>
          <a:p>
            <a:pPr marL="285840" indent="-285840" defTabSz="914400">
              <a:lnSpc>
                <a:spcPct val="100000"/>
              </a:lnSpc>
              <a:buClr>
                <a:srgbClr val="363E61"/>
              </a:buClr>
              <a:buFont typeface="Arial"/>
              <a:buChar char="•"/>
              <a:tabLst>
                <a:tab pos="0" algn="l"/>
              </a:tabLst>
            </a:pPr>
            <a:r>
              <a:rPr lang="es-ES" sz="1400" b="0" strike="noStrike" spc="-1" dirty="0">
                <a:solidFill>
                  <a:srgbClr val="363E61"/>
                </a:solidFill>
                <a:latin typeface="Tahoma"/>
                <a:ea typeface="Tahoma"/>
              </a:rPr>
              <a:t>Refuerzo de la privacidad a nivel de equipo</a:t>
            </a:r>
            <a:endParaRPr lang="es-ES" sz="1400" b="0" strike="noStrike" spc="-1" dirty="0">
              <a:solidFill>
                <a:srgbClr val="000000"/>
              </a:solidFill>
              <a:latin typeface="Arial"/>
            </a:endParaRPr>
          </a:p>
          <a:p>
            <a:pPr marL="285840" indent="-285840" defTabSz="914400">
              <a:lnSpc>
                <a:spcPct val="100000"/>
              </a:lnSpc>
              <a:buClr>
                <a:srgbClr val="363E61"/>
              </a:buClr>
              <a:buFont typeface="Arial"/>
              <a:buChar char="•"/>
              <a:tabLst>
                <a:tab pos="0" algn="l"/>
              </a:tabLst>
            </a:pPr>
            <a:r>
              <a:rPr lang="es-ES" sz="1400" b="0" strike="noStrike" spc="-1" dirty="0">
                <a:solidFill>
                  <a:srgbClr val="363E61"/>
                </a:solidFill>
                <a:latin typeface="Tahoma"/>
                <a:ea typeface="Tahoma"/>
              </a:rPr>
              <a:t>Estadísticas de uso e informes</a:t>
            </a:r>
            <a:endParaRPr lang="es-ES" sz="1400" b="0" strike="noStrike" spc="-1" dirty="0">
              <a:solidFill>
                <a:srgbClr val="000000"/>
              </a:solidFill>
              <a:latin typeface="Arial"/>
            </a:endParaRPr>
          </a:p>
          <a:p>
            <a:pPr marL="285840" indent="-285840" defTabSz="914400">
              <a:lnSpc>
                <a:spcPct val="100000"/>
              </a:lnSpc>
              <a:buClr>
                <a:srgbClr val="363E61"/>
              </a:buClr>
              <a:buFont typeface="Arial"/>
              <a:buChar char="•"/>
              <a:tabLst>
                <a:tab pos="0" algn="l"/>
              </a:tabLst>
            </a:pPr>
            <a:r>
              <a:rPr lang="es-ES" sz="1400" b="0" strike="noStrike" spc="-1" dirty="0">
                <a:solidFill>
                  <a:srgbClr val="363E61"/>
                </a:solidFill>
                <a:latin typeface="Tahoma"/>
                <a:ea typeface="Tahoma"/>
              </a:rPr>
              <a:t>Facturación de equipo centralizada</a:t>
            </a:r>
            <a:endParaRPr lang="es-ES" sz="1400" b="0" strike="noStrike" spc="-1" dirty="0">
              <a:solidFill>
                <a:srgbClr val="000000"/>
              </a:solidFill>
              <a:latin typeface="Arial"/>
            </a:endParaRPr>
          </a:p>
          <a:p>
            <a:pPr marL="285840" indent="-285840" defTabSz="914400">
              <a:lnSpc>
                <a:spcPct val="100000"/>
              </a:lnSpc>
              <a:buClr>
                <a:srgbClr val="363E61"/>
              </a:buClr>
              <a:buFont typeface="Arial"/>
              <a:buChar char="•"/>
              <a:tabLst>
                <a:tab pos="0" algn="l"/>
              </a:tabLst>
            </a:pPr>
            <a:r>
              <a:rPr lang="es-ES" sz="1400" b="0" strike="noStrike" spc="-1" dirty="0">
                <a:solidFill>
                  <a:srgbClr val="363E61"/>
                </a:solidFill>
                <a:latin typeface="Tahoma"/>
                <a:ea typeface="Tahoma"/>
              </a:rPr>
              <a:t>Inició de sesión único (SSO) con SMAL/OIDC</a:t>
            </a:r>
            <a:endParaRPr lang="es-ES" sz="1400" b="0" strike="noStrike" spc="-1" dirty="0">
              <a:solidFill>
                <a:srgbClr val="000000"/>
              </a:solidFill>
              <a:latin typeface="Arial"/>
            </a:endParaRPr>
          </a:p>
        </p:txBody>
      </p:sp>
      <p:sp>
        <p:nvSpPr>
          <p:cNvPr id="216" name="Google Shape;343;p 2"/>
          <p:cNvSpPr/>
          <p:nvPr/>
        </p:nvSpPr>
        <p:spPr>
          <a:xfrm>
            <a:off x="6222600" y="1859400"/>
            <a:ext cx="3001680" cy="3759120"/>
          </a:xfrm>
          <a:prstGeom prst="flowChartAlternateProcess">
            <a:avLst/>
          </a:prstGeom>
          <a:solidFill>
            <a:srgbClr val="363E6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FFFFFF"/>
              </a:solidFill>
              <a:latin typeface="Arial"/>
              <a:ea typeface="DejaVu Sans"/>
            </a:endParaRPr>
          </a:p>
        </p:txBody>
      </p:sp>
      <p:sp>
        <p:nvSpPr>
          <p:cNvPr id="217" name="Google Shape;344;p 2"/>
          <p:cNvSpPr/>
          <p:nvPr/>
        </p:nvSpPr>
        <p:spPr>
          <a:xfrm>
            <a:off x="6453000" y="2178720"/>
            <a:ext cx="2439360" cy="82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400" b="1" strike="noStrike" spc="-1">
                <a:solidFill>
                  <a:srgbClr val="ECBE34"/>
                </a:solidFill>
                <a:latin typeface="Century Gothic"/>
                <a:ea typeface="Century Gothic"/>
              </a:rPr>
              <a:t>Empresarial - Personalizado</a:t>
            </a:r>
            <a:endParaRPr lang="es-ES" sz="2400" b="0" strike="noStrike" spc="-1">
              <a:solidFill>
                <a:srgbClr val="000000"/>
              </a:solidFill>
              <a:latin typeface="Arial"/>
            </a:endParaRPr>
          </a:p>
        </p:txBody>
      </p:sp>
      <p:cxnSp>
        <p:nvCxnSpPr>
          <p:cNvPr id="218" name="Google Shape;345;p 2"/>
          <p:cNvCxnSpPr/>
          <p:nvPr/>
        </p:nvCxnSpPr>
        <p:spPr>
          <a:xfrm>
            <a:off x="6450840" y="3111120"/>
            <a:ext cx="2521080" cy="14400"/>
          </a:xfrm>
          <a:prstGeom prst="straightConnector1">
            <a:avLst/>
          </a:prstGeom>
          <a:ln w="19080">
            <a:solidFill>
              <a:srgbClr val="FFFFFF"/>
            </a:solidFill>
            <a:miter/>
          </a:ln>
        </p:spPr>
      </p:cxnSp>
      <p:sp>
        <p:nvSpPr>
          <p:cNvPr id="219" name="Google Shape;346;p 2"/>
          <p:cNvSpPr/>
          <p:nvPr/>
        </p:nvSpPr>
        <p:spPr>
          <a:xfrm>
            <a:off x="6553440" y="3312720"/>
            <a:ext cx="2345040" cy="192096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00000"/>
              </a:lnSpc>
              <a:tabLst>
                <a:tab pos="0" algn="l"/>
              </a:tabLst>
            </a:pPr>
            <a:r>
              <a:rPr lang="es-ES" sz="1400" b="0" strike="noStrike" spc="-1" dirty="0">
                <a:solidFill>
                  <a:srgbClr val="ECBE34"/>
                </a:solidFill>
                <a:latin typeface="Tahoma"/>
                <a:ea typeface="Tahoma"/>
              </a:rPr>
              <a:t>Todo lo de </a:t>
            </a:r>
            <a:r>
              <a:rPr lang="es-ES" sz="1400" b="0" strike="noStrike" spc="-1" dirty="0" err="1">
                <a:solidFill>
                  <a:srgbClr val="ECBE34"/>
                </a:solidFill>
                <a:latin typeface="Tahoma"/>
                <a:ea typeface="Tahoma"/>
              </a:rPr>
              <a:t>Teams</a:t>
            </a:r>
            <a:r>
              <a:rPr lang="es-ES" sz="1400" b="0" strike="noStrike" spc="-1" dirty="0">
                <a:solidFill>
                  <a:srgbClr val="ECBE34"/>
                </a:solidFill>
                <a:latin typeface="Tahoma"/>
                <a:ea typeface="Tahoma"/>
              </a:rPr>
              <a:t> más:</a:t>
            </a:r>
            <a:endParaRPr lang="es-ES" sz="1400" b="0" strike="noStrike" spc="-1" dirty="0">
              <a:solidFill>
                <a:srgbClr val="000000"/>
              </a:solidFill>
              <a:latin typeface="Arial"/>
            </a:endParaRPr>
          </a:p>
          <a:p>
            <a:pPr marL="285840" indent="-285840" defTabSz="914400">
              <a:lnSpc>
                <a:spcPct val="100000"/>
              </a:lnSpc>
              <a:buClr>
                <a:srgbClr val="ECBE34"/>
              </a:buClr>
              <a:buFont typeface="Arial"/>
              <a:buChar char="•"/>
              <a:tabLst>
                <a:tab pos="0" algn="l"/>
              </a:tabLst>
            </a:pPr>
            <a:r>
              <a:rPr lang="es-ES" sz="1400" b="0" strike="noStrike" spc="-1" dirty="0">
                <a:solidFill>
                  <a:srgbClr val="ECBE34"/>
                </a:solidFill>
                <a:latin typeface="Tahoma"/>
                <a:ea typeface="Tahoma"/>
              </a:rPr>
              <a:t>Mayor uso incluido</a:t>
            </a:r>
            <a:endParaRPr lang="es-ES" sz="1400" b="0" strike="noStrike" spc="-1" dirty="0">
              <a:solidFill>
                <a:srgbClr val="000000"/>
              </a:solidFill>
              <a:latin typeface="Arial"/>
            </a:endParaRPr>
          </a:p>
          <a:p>
            <a:pPr marL="285840" indent="-285840" defTabSz="914400">
              <a:lnSpc>
                <a:spcPct val="100000"/>
              </a:lnSpc>
              <a:buClr>
                <a:srgbClr val="ECBE34"/>
              </a:buClr>
              <a:buFont typeface="Arial"/>
              <a:buChar char="•"/>
              <a:tabLst>
                <a:tab pos="0" algn="l"/>
              </a:tabLst>
            </a:pPr>
            <a:r>
              <a:rPr lang="es-ES" sz="1400" b="0" strike="noStrike" spc="-1" dirty="0">
                <a:solidFill>
                  <a:srgbClr val="ECBE34"/>
                </a:solidFill>
                <a:latin typeface="Tahoma"/>
                <a:ea typeface="Tahoma"/>
              </a:rPr>
              <a:t>Gestión de usuarios mediante SCIM</a:t>
            </a:r>
            <a:endParaRPr lang="es-ES" sz="1400" b="0" strike="noStrike" spc="-1" dirty="0">
              <a:solidFill>
                <a:srgbClr val="000000"/>
              </a:solidFill>
              <a:latin typeface="Arial"/>
            </a:endParaRPr>
          </a:p>
          <a:p>
            <a:pPr marL="285840" indent="-285840" defTabSz="914400">
              <a:lnSpc>
                <a:spcPct val="100000"/>
              </a:lnSpc>
              <a:buClr>
                <a:srgbClr val="ECBE34"/>
              </a:buClr>
              <a:buFont typeface="Arial"/>
              <a:buChar char="•"/>
              <a:tabLst>
                <a:tab pos="0" algn="l"/>
              </a:tabLst>
            </a:pPr>
            <a:r>
              <a:rPr lang="es-ES" sz="1400" b="0" strike="noStrike" spc="-1" dirty="0">
                <a:solidFill>
                  <a:srgbClr val="ECBE34"/>
                </a:solidFill>
                <a:latin typeface="Tahoma"/>
                <a:ea typeface="Tahoma"/>
              </a:rPr>
              <a:t>Funciones de control de acceso</a:t>
            </a:r>
            <a:endParaRPr lang="es-ES" sz="1400" b="0" strike="noStrike" spc="-1" dirty="0">
              <a:solidFill>
                <a:srgbClr val="000000"/>
              </a:solidFill>
              <a:latin typeface="Arial"/>
            </a:endParaRPr>
          </a:p>
          <a:p>
            <a:pPr marL="285840" indent="-285840" defTabSz="914400">
              <a:lnSpc>
                <a:spcPct val="100000"/>
              </a:lnSpc>
              <a:buClr>
                <a:srgbClr val="ECBE34"/>
              </a:buClr>
              <a:buFont typeface="Arial"/>
              <a:buChar char="•"/>
              <a:tabLst>
                <a:tab pos="0" algn="l"/>
              </a:tabLst>
            </a:pPr>
            <a:r>
              <a:rPr lang="es-ES" sz="1400" b="0" strike="noStrike" spc="-1" dirty="0">
                <a:solidFill>
                  <a:srgbClr val="ECBE34"/>
                </a:solidFill>
                <a:latin typeface="Tahoma"/>
                <a:ea typeface="Tahoma"/>
              </a:rPr>
              <a:t>Soporte prioritario y gestión de cuenta personalizada</a:t>
            </a:r>
            <a:endParaRPr lang="es-ES" sz="1400" b="0" strike="noStrike" spc="-1" dirty="0">
              <a:solidFill>
                <a:srgbClr val="000000"/>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grpSp>
        <p:nvGrpSpPr>
          <p:cNvPr id="220" name="Google Shape;211;p 1"/>
          <p:cNvGrpSpPr/>
          <p:nvPr/>
        </p:nvGrpSpPr>
        <p:grpSpPr>
          <a:xfrm>
            <a:off x="1425600" y="4651200"/>
            <a:ext cx="2784600" cy="487080"/>
            <a:chOff x="1425600" y="4651200"/>
            <a:chExt cx="2784600" cy="487080"/>
          </a:xfrm>
        </p:grpSpPr>
        <p:sp>
          <p:nvSpPr>
            <p:cNvPr id="221" name="Google Shape;213;p 2"/>
            <p:cNvSpPr/>
            <p:nvPr/>
          </p:nvSpPr>
          <p:spPr>
            <a:xfrm>
              <a:off x="1425600" y="4651200"/>
              <a:ext cx="2784600" cy="48708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a:lnSpc>
                  <a:spcPct val="100000"/>
                </a:lnSpc>
                <a:tabLst>
                  <a:tab pos="0" algn="l"/>
                </a:tabLst>
              </a:pPr>
              <a:r>
                <a:rPr lang="en-US" sz="1600" b="0" strike="noStrike" spc="-1">
                  <a:solidFill>
                    <a:schemeClr val="dk1"/>
                  </a:solidFill>
                  <a:latin typeface="Tahoma"/>
                  <a:ea typeface="Tahoma"/>
                </a:rPr>
                <a:t>Microsoft Copilot</a:t>
              </a:r>
              <a:endParaRPr lang="es-ES" sz="1600" b="0" strike="noStrike" spc="-1">
                <a:solidFill>
                  <a:srgbClr val="000000"/>
                </a:solidFill>
                <a:latin typeface="Arial"/>
              </a:endParaRPr>
            </a:p>
            <a:p>
              <a:pPr algn="ctr">
                <a:lnSpc>
                  <a:spcPct val="100000"/>
                </a:lnSpc>
                <a:tabLst>
                  <a:tab pos="0" algn="l"/>
                </a:tabLst>
              </a:pPr>
              <a:r>
                <a:rPr lang="en-US" sz="1600" b="0" strike="noStrike" spc="-1">
                  <a:solidFill>
                    <a:schemeClr val="dk1"/>
                  </a:solidFill>
                  <a:latin typeface="Tahoma"/>
                  <a:ea typeface="Tahoma"/>
                </a:rPr>
                <a:t>(Agent mode)</a:t>
              </a:r>
              <a:endParaRPr lang="es-ES" sz="1600" b="0" strike="noStrike" spc="-1">
                <a:solidFill>
                  <a:srgbClr val="000000"/>
                </a:solidFill>
                <a:latin typeface="Arial"/>
              </a:endParaRPr>
            </a:p>
          </p:txBody>
        </p:sp>
      </p:grpSp>
      <p:grpSp>
        <p:nvGrpSpPr>
          <p:cNvPr id="222" name="Google Shape;214;p 2"/>
          <p:cNvGrpSpPr/>
          <p:nvPr/>
        </p:nvGrpSpPr>
        <p:grpSpPr>
          <a:xfrm>
            <a:off x="4655160" y="4651200"/>
            <a:ext cx="2784600" cy="243360"/>
            <a:chOff x="4655160" y="4651200"/>
            <a:chExt cx="2784600" cy="243360"/>
          </a:xfrm>
        </p:grpSpPr>
        <p:sp>
          <p:nvSpPr>
            <p:cNvPr id="223" name="Google Shape;216;p 2"/>
            <p:cNvSpPr/>
            <p:nvPr/>
          </p:nvSpPr>
          <p:spPr>
            <a:xfrm>
              <a:off x="4655160" y="4651200"/>
              <a:ext cx="2784600" cy="24336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a:lnSpc>
                  <a:spcPct val="100000"/>
                </a:lnSpc>
                <a:tabLst>
                  <a:tab pos="0" algn="l"/>
                </a:tabLst>
              </a:pPr>
              <a:r>
                <a:rPr lang="en-US" sz="1600" b="0" strike="noStrike" spc="-1">
                  <a:solidFill>
                    <a:schemeClr val="dk1"/>
                  </a:solidFill>
                  <a:latin typeface="Tahoma"/>
                  <a:ea typeface="Tahoma"/>
                </a:rPr>
                <a:t>Amazon Kiro</a:t>
              </a:r>
              <a:endParaRPr lang="es-ES" sz="1600" b="0" strike="noStrike" spc="-1">
                <a:solidFill>
                  <a:srgbClr val="000000"/>
                </a:solidFill>
                <a:latin typeface="Arial"/>
              </a:endParaRPr>
            </a:p>
          </p:txBody>
        </p:sp>
      </p:grpSp>
      <p:grpSp>
        <p:nvGrpSpPr>
          <p:cNvPr id="224" name="Google Shape;217;p 2"/>
          <p:cNvGrpSpPr/>
          <p:nvPr/>
        </p:nvGrpSpPr>
        <p:grpSpPr>
          <a:xfrm>
            <a:off x="7826760" y="4651200"/>
            <a:ext cx="2784600" cy="243360"/>
            <a:chOff x="7826760" y="4651200"/>
            <a:chExt cx="2784600" cy="243360"/>
          </a:xfrm>
        </p:grpSpPr>
        <p:sp>
          <p:nvSpPr>
            <p:cNvPr id="225" name="Google Shape;219;p 2"/>
            <p:cNvSpPr/>
            <p:nvPr/>
          </p:nvSpPr>
          <p:spPr>
            <a:xfrm>
              <a:off x="7826760" y="4651200"/>
              <a:ext cx="2784600" cy="24336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a:lnSpc>
                  <a:spcPct val="100000"/>
                </a:lnSpc>
                <a:tabLst>
                  <a:tab pos="0" algn="l"/>
                </a:tabLst>
              </a:pPr>
              <a:r>
                <a:rPr lang="en-US" sz="1600" b="0" strike="noStrike" spc="-1">
                  <a:solidFill>
                    <a:schemeClr val="dk1"/>
                  </a:solidFill>
                  <a:latin typeface="Tahoma"/>
                  <a:ea typeface="Tahoma"/>
                </a:rPr>
                <a:t>GitHub Spark</a:t>
              </a:r>
              <a:endParaRPr lang="es-ES" sz="1600" b="0" strike="noStrike" spc="-1">
                <a:solidFill>
                  <a:srgbClr val="000000"/>
                </a:solidFill>
                <a:latin typeface="Arial"/>
              </a:endParaRPr>
            </a:p>
          </p:txBody>
        </p:sp>
      </p:grpSp>
      <p:sp>
        <p:nvSpPr>
          <p:cNvPr id="226" name="Google Shape;220;p 2"/>
          <p:cNvSpPr/>
          <p:nvPr/>
        </p:nvSpPr>
        <p:spPr>
          <a:xfrm>
            <a:off x="315720" y="6425280"/>
            <a:ext cx="115578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tabLst>
                <a:tab pos="0" algn="l"/>
              </a:tabLst>
            </a:pPr>
            <a:r>
              <a:rPr lang="en-U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a:lnSpc>
                <a:spcPct val="100000"/>
              </a:lnSpc>
              <a:tabLst>
                <a:tab pos="0" algn="l"/>
              </a:tabLst>
            </a:pPr>
            <a:endParaRPr lang="es-ES" sz="1400" b="0" strike="noStrike" spc="-1">
              <a:solidFill>
                <a:srgbClr val="000000"/>
              </a:solidFill>
              <a:latin typeface="Arial"/>
            </a:endParaRPr>
          </a:p>
        </p:txBody>
      </p:sp>
      <p:sp>
        <p:nvSpPr>
          <p:cNvPr id="227" name="Google Shape;221;p 2"/>
          <p:cNvSpPr/>
          <p:nvPr/>
        </p:nvSpPr>
        <p:spPr>
          <a:xfrm>
            <a:off x="1376280" y="607680"/>
            <a:ext cx="784368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tabLst>
                <a:tab pos="0" algn="l"/>
              </a:tabLst>
            </a:pPr>
            <a:r>
              <a:rPr lang="en-US" sz="2000" b="1" strike="noStrike" spc="-1">
                <a:solidFill>
                  <a:srgbClr val="143C64"/>
                </a:solidFill>
                <a:latin typeface="Century Gothic"/>
                <a:ea typeface="Century Gothic"/>
              </a:rPr>
              <a:t>ALTERNATIVAS A CURSOR UI</a:t>
            </a:r>
            <a:endParaRPr lang="es-ES" sz="2000" b="0" strike="noStrike" spc="-1">
              <a:solidFill>
                <a:srgbClr val="000000"/>
              </a:solidFill>
              <a:latin typeface="Arial"/>
            </a:endParaRPr>
          </a:p>
        </p:txBody>
      </p:sp>
      <p:sp>
        <p:nvSpPr>
          <p:cNvPr id="228" name="Google Shape;222;p 2"/>
          <p:cNvSpPr/>
          <p:nvPr/>
        </p:nvSpPr>
        <p:spPr>
          <a:xfrm>
            <a:off x="1375920" y="1002960"/>
            <a:ext cx="811224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tabLst>
                <a:tab pos="0" algn="l"/>
              </a:tabLst>
            </a:pPr>
            <a:r>
              <a:rPr lang="en-US" sz="1600" b="0" strike="noStrike" spc="-1">
                <a:solidFill>
                  <a:srgbClr val="143C64"/>
                </a:solidFill>
                <a:latin typeface="Century Gothic"/>
                <a:ea typeface="Century Gothic"/>
              </a:rPr>
              <a:t>Otras posibilidades de vibe coding</a:t>
            </a:r>
            <a:endParaRPr lang="es-ES" sz="1600" b="0" strike="noStrike" spc="-1">
              <a:solidFill>
                <a:srgbClr val="000000"/>
              </a:solidFill>
              <a:latin typeface="Arial"/>
            </a:endParaRPr>
          </a:p>
        </p:txBody>
      </p:sp>
      <p:sp>
        <p:nvSpPr>
          <p:cNvPr id="229" name="Google Shape;223;p 2"/>
          <p:cNvSpPr/>
          <p:nvPr/>
        </p:nvSpPr>
        <p:spPr>
          <a:xfrm>
            <a:off x="530280" y="509400"/>
            <a:ext cx="92412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tabLst>
                <a:tab pos="0" algn="l"/>
              </a:tabLst>
            </a:pPr>
            <a:r>
              <a:rPr lang="en-US" sz="5000" b="1" strike="noStrike" spc="-1">
                <a:solidFill>
                  <a:srgbClr val="363E61"/>
                </a:solidFill>
                <a:latin typeface="Century Gothic"/>
                <a:ea typeface="Century Gothic"/>
              </a:rPr>
              <a:t>05</a:t>
            </a:r>
            <a:endParaRPr lang="es-ES" sz="5000" b="0" strike="noStrike" spc="-1">
              <a:solidFill>
                <a:srgbClr val="000000"/>
              </a:solidFill>
              <a:latin typeface="Arial"/>
            </a:endParaRPr>
          </a:p>
        </p:txBody>
      </p:sp>
      <p:cxnSp>
        <p:nvCxnSpPr>
          <p:cNvPr id="230" name="Google Shape;224;p 2"/>
          <p:cNvCxnSpPr/>
          <p:nvPr/>
        </p:nvCxnSpPr>
        <p:spPr>
          <a:xfrm flipV="1">
            <a:off x="1358640" y="618840"/>
            <a:ext cx="2160" cy="678240"/>
          </a:xfrm>
          <a:prstGeom prst="straightConnector1">
            <a:avLst/>
          </a:prstGeom>
          <a:ln w="19050">
            <a:solidFill>
              <a:srgbClr val="179AD7"/>
            </a:solidFill>
            <a:miter/>
          </a:ln>
        </p:spPr>
      </p:cxnSp>
      <p:pic>
        <p:nvPicPr>
          <p:cNvPr id="231" name="Imagen 230"/>
          <p:cNvPicPr/>
          <p:nvPr/>
        </p:nvPicPr>
        <p:blipFill>
          <a:blip r:embed="rId3"/>
          <a:stretch/>
        </p:blipFill>
        <p:spPr>
          <a:xfrm>
            <a:off x="4824000" y="2019600"/>
            <a:ext cx="2418120" cy="2418120"/>
          </a:xfrm>
          <a:prstGeom prst="rect">
            <a:avLst/>
          </a:prstGeom>
          <a:ln w="0">
            <a:noFill/>
          </a:ln>
        </p:spPr>
      </p:pic>
      <p:pic>
        <p:nvPicPr>
          <p:cNvPr id="232" name="Imagen 231"/>
          <p:cNvPicPr/>
          <p:nvPr/>
        </p:nvPicPr>
        <p:blipFill>
          <a:blip r:embed="rId4"/>
          <a:stretch/>
        </p:blipFill>
        <p:spPr>
          <a:xfrm>
            <a:off x="1479600" y="2019600"/>
            <a:ext cx="2659320" cy="2418120"/>
          </a:xfrm>
          <a:prstGeom prst="rect">
            <a:avLst/>
          </a:prstGeom>
          <a:ln w="0">
            <a:noFill/>
          </a:ln>
        </p:spPr>
      </p:pic>
      <p:pic>
        <p:nvPicPr>
          <p:cNvPr id="233" name="Imagen 232"/>
          <p:cNvPicPr/>
          <p:nvPr/>
        </p:nvPicPr>
        <p:blipFill>
          <a:blip r:embed="rId5"/>
          <a:stretch/>
        </p:blipFill>
        <p:spPr>
          <a:xfrm>
            <a:off x="7823880" y="2243520"/>
            <a:ext cx="2785320" cy="1964520"/>
          </a:xfrm>
          <a:prstGeom prst="rect">
            <a:avLst/>
          </a:prstGeom>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234" name="Google Shape;132;p16"/>
          <p:cNvSpPr/>
          <p:nvPr/>
        </p:nvSpPr>
        <p:spPr>
          <a:xfrm>
            <a:off x="619920" y="4273560"/>
            <a:ext cx="2863800" cy="85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Instalación de cursor AI</a:t>
            </a:r>
            <a:endParaRPr lang="es-ES" sz="2500" b="0" strike="noStrike" spc="-1">
              <a:solidFill>
                <a:srgbClr val="000000"/>
              </a:solidFill>
              <a:latin typeface="Arial"/>
            </a:endParaRPr>
          </a:p>
        </p:txBody>
      </p:sp>
      <p:sp>
        <p:nvSpPr>
          <p:cNvPr id="235" name="Google Shape;133;p16"/>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Century Gothic"/>
              </a:rPr>
              <a:t>06</a:t>
            </a:r>
            <a:endParaRPr lang="es-ES" sz="6000" b="0" strike="noStrike" spc="-1">
              <a:solidFill>
                <a:srgbClr val="000000"/>
              </a:solidFill>
              <a:latin typeface="Arial"/>
            </a:endParaRPr>
          </a:p>
        </p:txBody>
      </p:sp>
      <p:cxnSp>
        <p:nvCxnSpPr>
          <p:cNvPr id="236" name="Google Shape;134;p16"/>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Google Shape;201;p 4"/>
          <p:cNvSpPr/>
          <p:nvPr/>
        </p:nvSpPr>
        <p:spPr>
          <a:xfrm>
            <a:off x="929160" y="1712160"/>
            <a:ext cx="5474160" cy="365364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marL="343080" indent="-343080" defTabSz="914400">
              <a:lnSpc>
                <a:spcPct val="150000"/>
              </a:lnSpc>
              <a:buClr>
                <a:srgbClr val="000000"/>
              </a:buClr>
              <a:buFont typeface="Arial"/>
              <a:buAutoNum type="arabicPeriod"/>
              <a:tabLst>
                <a:tab pos="0" algn="l"/>
              </a:tabLst>
            </a:pPr>
            <a:r>
              <a:rPr lang="es-ES" sz="1600" b="0" strike="noStrike" spc="-1">
                <a:solidFill>
                  <a:schemeClr val="dk1"/>
                </a:solidFill>
                <a:latin typeface="Tahoma"/>
                <a:ea typeface="Tahoma"/>
              </a:rPr>
              <a:t>Registro en Cursor AI con la opción deseada</a:t>
            </a:r>
            <a:endParaRPr lang="es-ES" sz="1600" b="0" strike="noStrike" spc="-1">
              <a:solidFill>
                <a:srgbClr val="000000"/>
              </a:solidFill>
              <a:latin typeface="Arial"/>
            </a:endParaRPr>
          </a:p>
          <a:p>
            <a:pPr marL="343080" indent="-343080" defTabSz="914400">
              <a:lnSpc>
                <a:spcPct val="150000"/>
              </a:lnSpc>
              <a:buClr>
                <a:srgbClr val="000000"/>
              </a:buClr>
              <a:buFont typeface="Arial"/>
              <a:buAutoNum type="arabicPeriod"/>
              <a:tabLst>
                <a:tab pos="0" algn="l"/>
              </a:tabLst>
            </a:pPr>
            <a:r>
              <a:rPr lang="es-ES" sz="1600" b="0" strike="noStrike" spc="-1">
                <a:solidFill>
                  <a:schemeClr val="dk1"/>
                </a:solidFill>
                <a:latin typeface="Tahoma"/>
                <a:ea typeface="Tahoma"/>
              </a:rPr>
              <a:t>Ir a la sección de descargas de cursor AI, seleccionar la versión de sistema operativo acorde a nuestro equipo</a:t>
            </a:r>
            <a:endParaRPr lang="es-ES" sz="1600" b="0" strike="noStrike" spc="-1">
              <a:solidFill>
                <a:srgbClr val="000000"/>
              </a:solidFill>
              <a:latin typeface="Arial"/>
            </a:endParaRPr>
          </a:p>
          <a:p>
            <a:pPr marL="343080" indent="-343080" defTabSz="914400">
              <a:lnSpc>
                <a:spcPct val="150000"/>
              </a:lnSpc>
              <a:buClr>
                <a:srgbClr val="000000"/>
              </a:buClr>
              <a:buFont typeface="Arial"/>
              <a:buAutoNum type="arabicPeriod"/>
              <a:tabLst>
                <a:tab pos="0" algn="l"/>
              </a:tabLst>
            </a:pPr>
            <a:r>
              <a:rPr lang="es-ES" sz="1600" b="0" strike="noStrike" spc="-1">
                <a:solidFill>
                  <a:srgbClr val="000000"/>
                </a:solidFill>
                <a:latin typeface="Tahoma"/>
                <a:ea typeface="DejaVu Sans"/>
              </a:rPr>
              <a:t>Cerciorarnos que dispone de los permisos adecuados y las dependencias necesarias (en Linux “libfuse”)</a:t>
            </a:r>
            <a:endParaRPr lang="es-ES" sz="1600" b="0" strike="noStrike" spc="-1">
              <a:solidFill>
                <a:srgbClr val="000000"/>
              </a:solidFill>
              <a:latin typeface="Arial"/>
            </a:endParaRPr>
          </a:p>
          <a:p>
            <a:pPr marL="343080" indent="-343080" defTabSz="914400">
              <a:lnSpc>
                <a:spcPct val="150000"/>
              </a:lnSpc>
              <a:buClr>
                <a:srgbClr val="000000"/>
              </a:buClr>
              <a:buFont typeface="Arial"/>
              <a:buAutoNum type="arabicPeriod"/>
              <a:tabLst>
                <a:tab pos="0" algn="l"/>
              </a:tabLst>
            </a:pPr>
            <a:r>
              <a:rPr lang="es-ES" sz="1600" b="0" strike="noStrike" spc="-1">
                <a:solidFill>
                  <a:srgbClr val="000000"/>
                </a:solidFill>
                <a:latin typeface="Tahoma"/>
                <a:ea typeface="DejaVu Sans"/>
              </a:rPr>
              <a:t>Ejecutar el archivo descargado .Appimage (Linux)</a:t>
            </a:r>
            <a:endParaRPr lang="es-ES" sz="1600" b="0" strike="noStrike" spc="-1">
              <a:solidFill>
                <a:srgbClr val="000000"/>
              </a:solidFill>
              <a:latin typeface="Arial"/>
            </a:endParaRPr>
          </a:p>
          <a:p>
            <a:pPr marL="343080" indent="-343080" defTabSz="914400">
              <a:lnSpc>
                <a:spcPct val="150000"/>
              </a:lnSpc>
              <a:buClr>
                <a:srgbClr val="000000"/>
              </a:buClr>
              <a:buFont typeface="Arial"/>
              <a:buAutoNum type="arabicPeriod"/>
              <a:tabLst>
                <a:tab pos="0" algn="l"/>
              </a:tabLst>
            </a:pPr>
            <a:r>
              <a:rPr lang="es-ES" sz="1600" b="0" strike="noStrike" spc="-1">
                <a:solidFill>
                  <a:srgbClr val="000000"/>
                </a:solidFill>
                <a:latin typeface="Tahoma"/>
                <a:ea typeface="DejaVu Sans"/>
              </a:rPr>
              <a:t>En caso de error de permisos en Linux, podemos ejecutarlo con el comando “</a:t>
            </a:r>
            <a:r>
              <a:rPr lang="es-ES" sz="1600" b="0" i="1" strike="noStrike" spc="-1">
                <a:solidFill>
                  <a:srgbClr val="000000"/>
                </a:solidFill>
                <a:latin typeface="Tahoma"/>
                <a:ea typeface="DejaVu Sans"/>
              </a:rPr>
              <a:t>--no-sandbox</a:t>
            </a:r>
            <a:r>
              <a:rPr lang="es-ES" sz="1600" b="0" strike="noStrike" spc="-1">
                <a:solidFill>
                  <a:srgbClr val="000000"/>
                </a:solidFill>
                <a:latin typeface="Tahoma"/>
                <a:ea typeface="DejaVu Sans"/>
              </a:rPr>
              <a:t>”</a:t>
            </a:r>
            <a:endParaRPr lang="es-ES" sz="1600" b="0" strike="noStrike" spc="-1">
              <a:solidFill>
                <a:srgbClr val="000000"/>
              </a:solidFill>
              <a:latin typeface="Arial"/>
            </a:endParaRPr>
          </a:p>
        </p:txBody>
      </p:sp>
      <p:sp>
        <p:nvSpPr>
          <p:cNvPr id="238" name="Google Shape;202;p 4"/>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39" name="Google Shape;203;p 4"/>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INSTALACIÓN DE CURSOR AI</a:t>
            </a:r>
            <a:endParaRPr lang="es-ES" sz="2000" b="0" strike="noStrike" spc="-1">
              <a:solidFill>
                <a:srgbClr val="000000"/>
              </a:solidFill>
              <a:latin typeface="Arial"/>
            </a:endParaRPr>
          </a:p>
        </p:txBody>
      </p:sp>
      <p:sp>
        <p:nvSpPr>
          <p:cNvPr id="240" name="Google Shape;204;p 4"/>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Pasos</a:t>
            </a:r>
            <a:endParaRPr lang="es-ES" sz="1600" b="0" strike="noStrike" spc="-1">
              <a:solidFill>
                <a:srgbClr val="000000"/>
              </a:solidFill>
              <a:latin typeface="Arial"/>
            </a:endParaRPr>
          </a:p>
        </p:txBody>
      </p:sp>
      <p:sp>
        <p:nvSpPr>
          <p:cNvPr id="241" name="Google Shape;205;p 4"/>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06</a:t>
            </a:r>
            <a:endParaRPr lang="es-ES" sz="5000" b="0" strike="noStrike" spc="-1">
              <a:solidFill>
                <a:srgbClr val="000000"/>
              </a:solidFill>
              <a:latin typeface="Arial"/>
            </a:endParaRPr>
          </a:p>
        </p:txBody>
      </p:sp>
      <p:cxnSp>
        <p:nvCxnSpPr>
          <p:cNvPr id="242" name="Google Shape;206;p 4"/>
          <p:cNvCxnSpPr/>
          <p:nvPr/>
        </p:nvCxnSpPr>
        <p:spPr>
          <a:xfrm flipV="1">
            <a:off x="1358640" y="618840"/>
            <a:ext cx="11880" cy="687960"/>
          </a:xfrm>
          <a:prstGeom prst="straightConnector1">
            <a:avLst/>
          </a:prstGeom>
          <a:ln w="19080">
            <a:solidFill>
              <a:srgbClr val="179AD7"/>
            </a:solidFill>
            <a:miter/>
          </a:ln>
        </p:spPr>
      </p:cxnSp>
      <p:sp>
        <p:nvSpPr>
          <p:cNvPr id="243" name="Rectángulo 142"/>
          <p:cNvSpPr/>
          <p:nvPr/>
        </p:nvSpPr>
        <p:spPr>
          <a:xfrm>
            <a:off x="1216440" y="5680800"/>
            <a:ext cx="5030640" cy="530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50000"/>
              </a:lnSpc>
              <a:tabLst>
                <a:tab pos="0" algn="l"/>
              </a:tabLst>
            </a:pPr>
            <a:r>
              <a:rPr lang="es-ES" sz="1600" b="0" strike="noStrike" spc="-1">
                <a:solidFill>
                  <a:schemeClr val="dk1"/>
                </a:solidFill>
                <a:latin typeface="Tahoma"/>
                <a:ea typeface="Tahoma"/>
              </a:rPr>
              <a:t>https://cursor.com/downloads</a:t>
            </a:r>
            <a:endParaRPr lang="es-ES" sz="1600" b="0" strike="noStrike" spc="-1">
              <a:solidFill>
                <a:srgbClr val="000000"/>
              </a:solidFill>
              <a:latin typeface="Arial"/>
            </a:endParaRPr>
          </a:p>
        </p:txBody>
      </p:sp>
      <p:pic>
        <p:nvPicPr>
          <p:cNvPr id="244" name="Imagen 143"/>
          <p:cNvPicPr/>
          <p:nvPr/>
        </p:nvPicPr>
        <p:blipFill>
          <a:blip r:embed="rId2"/>
          <a:stretch/>
        </p:blipFill>
        <p:spPr>
          <a:xfrm>
            <a:off x="864000" y="5769360"/>
            <a:ext cx="349560" cy="353160"/>
          </a:xfrm>
          <a:prstGeom prst="rect">
            <a:avLst/>
          </a:prstGeom>
          <a:ln w="0">
            <a:noFill/>
          </a:ln>
        </p:spPr>
      </p:pic>
      <p:pic>
        <p:nvPicPr>
          <p:cNvPr id="245" name="Imagen 144"/>
          <p:cNvPicPr/>
          <p:nvPr/>
        </p:nvPicPr>
        <p:blipFill>
          <a:blip r:embed="rId3"/>
          <a:stretch/>
        </p:blipFill>
        <p:spPr>
          <a:xfrm>
            <a:off x="6643440" y="1713960"/>
            <a:ext cx="4853160" cy="2725560"/>
          </a:xfrm>
          <a:prstGeom prst="rect">
            <a:avLst/>
          </a:prstGeom>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Google Shape;201;p 4"/>
          <p:cNvSpPr/>
          <p:nvPr/>
        </p:nvSpPr>
        <p:spPr>
          <a:xfrm>
            <a:off x="929160" y="1712160"/>
            <a:ext cx="5474160" cy="182664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marL="343080" indent="-343080" defTabSz="914400">
              <a:lnSpc>
                <a:spcPct val="150000"/>
              </a:lnSpc>
              <a:buClr>
                <a:srgbClr val="000000"/>
              </a:buClr>
              <a:buFont typeface="Arial"/>
              <a:buAutoNum type="arabicPeriod" startAt="6"/>
              <a:tabLst>
                <a:tab pos="0" algn="l"/>
              </a:tabLst>
            </a:pPr>
            <a:r>
              <a:rPr lang="es-ES" sz="1600" b="0" strike="noStrike" spc="-1">
                <a:solidFill>
                  <a:schemeClr val="dk1"/>
                </a:solidFill>
                <a:latin typeface="Tahoma"/>
                <a:ea typeface="Tahoma"/>
              </a:rPr>
              <a:t>Una vez arrancado, podemos utilizar el asistente para importar nuestra configuración de una versión existente de VSC.</a:t>
            </a:r>
            <a:endParaRPr lang="es-ES" sz="1600" b="0" strike="noStrike" spc="-1">
              <a:solidFill>
                <a:srgbClr val="000000"/>
              </a:solidFill>
              <a:latin typeface="Arial"/>
            </a:endParaRPr>
          </a:p>
          <a:p>
            <a:pPr marL="343080" indent="-343080" defTabSz="914400">
              <a:lnSpc>
                <a:spcPct val="150000"/>
              </a:lnSpc>
              <a:buClr>
                <a:srgbClr val="000000"/>
              </a:buClr>
              <a:buFont typeface="Arial"/>
              <a:buAutoNum type="arabicPeriod" startAt="6"/>
              <a:tabLst>
                <a:tab pos="0" algn="l"/>
              </a:tabLst>
            </a:pPr>
            <a:r>
              <a:rPr lang="es-ES" sz="1600" b="0" strike="noStrike" spc="-1">
                <a:solidFill>
                  <a:schemeClr val="dk1"/>
                </a:solidFill>
                <a:latin typeface="Tahoma"/>
                <a:ea typeface="Tahoma"/>
              </a:rPr>
              <a:t>Podemos iniciar sesión con las credenciales que obtuvimos al registrarnos en cursor.com</a:t>
            </a:r>
            <a:endParaRPr lang="es-ES" sz="1600" b="0" strike="noStrike" spc="-1">
              <a:solidFill>
                <a:srgbClr val="000000"/>
              </a:solidFill>
              <a:latin typeface="Arial"/>
            </a:endParaRPr>
          </a:p>
        </p:txBody>
      </p:sp>
      <p:sp>
        <p:nvSpPr>
          <p:cNvPr id="247" name="Google Shape;202;p 4"/>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48" name="Google Shape;203;p 4"/>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INSTALACIÓN DE CURSOR AI</a:t>
            </a:r>
            <a:endParaRPr lang="es-ES" sz="2000" b="0" strike="noStrike" spc="-1">
              <a:solidFill>
                <a:srgbClr val="000000"/>
              </a:solidFill>
              <a:latin typeface="Arial"/>
            </a:endParaRPr>
          </a:p>
        </p:txBody>
      </p:sp>
      <p:sp>
        <p:nvSpPr>
          <p:cNvPr id="249" name="Google Shape;204;p 4"/>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Pasos (II)</a:t>
            </a:r>
            <a:endParaRPr lang="es-ES" sz="1600" b="0" strike="noStrike" spc="-1">
              <a:solidFill>
                <a:srgbClr val="000000"/>
              </a:solidFill>
              <a:latin typeface="Arial"/>
            </a:endParaRPr>
          </a:p>
        </p:txBody>
      </p:sp>
      <p:sp>
        <p:nvSpPr>
          <p:cNvPr id="250" name="Google Shape;205;p 4"/>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06</a:t>
            </a:r>
            <a:endParaRPr lang="es-ES" sz="5000" b="0" strike="noStrike" spc="-1">
              <a:solidFill>
                <a:srgbClr val="000000"/>
              </a:solidFill>
              <a:latin typeface="Arial"/>
            </a:endParaRPr>
          </a:p>
        </p:txBody>
      </p:sp>
      <p:cxnSp>
        <p:nvCxnSpPr>
          <p:cNvPr id="251" name="Google Shape;206;p 4"/>
          <p:cNvCxnSpPr/>
          <p:nvPr/>
        </p:nvCxnSpPr>
        <p:spPr>
          <a:xfrm flipV="1">
            <a:off x="1358640" y="618840"/>
            <a:ext cx="11880" cy="687960"/>
          </a:xfrm>
          <a:prstGeom prst="straightConnector1">
            <a:avLst/>
          </a:prstGeom>
          <a:ln w="19080">
            <a:solidFill>
              <a:srgbClr val="179AD7"/>
            </a:solidFill>
            <a:miter/>
          </a:ln>
        </p:spPr>
      </p:cxnSp>
      <p:pic>
        <p:nvPicPr>
          <p:cNvPr id="252" name="Imagen 144"/>
          <p:cNvPicPr/>
          <p:nvPr/>
        </p:nvPicPr>
        <p:blipFill>
          <a:blip r:embed="rId2"/>
          <a:stretch/>
        </p:blipFill>
        <p:spPr>
          <a:xfrm>
            <a:off x="6643440" y="1713960"/>
            <a:ext cx="4853160" cy="2725560"/>
          </a:xfrm>
          <a:prstGeom prst="rect">
            <a:avLst/>
          </a:prstGeom>
          <a:ln w="0">
            <a:noFill/>
          </a:ln>
        </p:spPr>
      </p:pic>
      <p:sp>
        <p:nvSpPr>
          <p:cNvPr id="253" name="Rectángulo 1"/>
          <p:cNvSpPr/>
          <p:nvPr/>
        </p:nvSpPr>
        <p:spPr>
          <a:xfrm>
            <a:off x="1216800" y="5680800"/>
            <a:ext cx="5030640" cy="530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50000"/>
              </a:lnSpc>
              <a:tabLst>
                <a:tab pos="0" algn="l"/>
              </a:tabLst>
            </a:pPr>
            <a:r>
              <a:rPr lang="es-ES" sz="1600" b="0" strike="noStrike" spc="-1">
                <a:solidFill>
                  <a:schemeClr val="dk1"/>
                </a:solidFill>
                <a:latin typeface="Tahoma"/>
                <a:ea typeface="Tahoma"/>
              </a:rPr>
              <a:t>https://cursor.com/downloads</a:t>
            </a:r>
            <a:endParaRPr lang="es-ES" sz="1600" b="0" strike="noStrike" spc="-1">
              <a:solidFill>
                <a:srgbClr val="000000"/>
              </a:solidFill>
              <a:latin typeface="Arial"/>
            </a:endParaRPr>
          </a:p>
        </p:txBody>
      </p:sp>
      <p:pic>
        <p:nvPicPr>
          <p:cNvPr id="254" name="Imagen 1"/>
          <p:cNvPicPr/>
          <p:nvPr/>
        </p:nvPicPr>
        <p:blipFill>
          <a:blip r:embed="rId3"/>
          <a:stretch/>
        </p:blipFill>
        <p:spPr>
          <a:xfrm>
            <a:off x="864360" y="5769360"/>
            <a:ext cx="349560" cy="353160"/>
          </a:xfrm>
          <a:prstGeom prst="rect">
            <a:avLst/>
          </a:prstGeom>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255" name="Google Shape;140;p17"/>
          <p:cNvSpPr/>
          <p:nvPr/>
        </p:nvSpPr>
        <p:spPr>
          <a:xfrm>
            <a:off x="619920" y="4273560"/>
            <a:ext cx="2863800" cy="85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Configurando Cursor AI</a:t>
            </a:r>
            <a:endParaRPr lang="es-ES" sz="2500" b="0" strike="noStrike" spc="-1">
              <a:solidFill>
                <a:srgbClr val="000000"/>
              </a:solidFill>
              <a:latin typeface="Arial"/>
            </a:endParaRPr>
          </a:p>
        </p:txBody>
      </p:sp>
      <p:sp>
        <p:nvSpPr>
          <p:cNvPr id="256" name="Google Shape;141;p17"/>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Century Gothic"/>
              </a:rPr>
              <a:t>07</a:t>
            </a:r>
            <a:endParaRPr lang="es-ES" sz="6000" b="0" strike="noStrike" spc="-1">
              <a:solidFill>
                <a:srgbClr val="000000"/>
              </a:solidFill>
              <a:latin typeface="Arial"/>
            </a:endParaRPr>
          </a:p>
        </p:txBody>
      </p:sp>
      <p:cxnSp>
        <p:nvCxnSpPr>
          <p:cNvPr id="257" name="Google Shape;142;p17"/>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Google Shape;201;p23"/>
          <p:cNvSpPr/>
          <p:nvPr/>
        </p:nvSpPr>
        <p:spPr>
          <a:xfrm>
            <a:off x="929160" y="1712160"/>
            <a:ext cx="5474160" cy="297108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50000"/>
              </a:lnSpc>
              <a:tabLst>
                <a:tab pos="0" algn="l"/>
              </a:tabLst>
            </a:pPr>
            <a:r>
              <a:rPr lang="es-ES" sz="1600" b="0" strike="noStrike" spc="-1">
                <a:solidFill>
                  <a:schemeClr val="dk1"/>
                </a:solidFill>
                <a:latin typeface="Tahoma"/>
                <a:ea typeface="Tahoma"/>
              </a:rPr>
              <a:t>Para evitar sorpresas de sobrecostes no cubiertos con el plan elegido, es muy recomendable acceder una vez iniciada la sesión a </a:t>
            </a:r>
            <a:r>
              <a:rPr lang="es-ES" sz="1600" b="0" u="sng" strike="noStrike" spc="-1">
                <a:solidFill>
                  <a:schemeClr val="dk1"/>
                </a:solidFill>
                <a:uFillTx/>
                <a:latin typeface="Tahoma"/>
                <a:ea typeface="Tahoma"/>
                <a:hlinkClick r:id="rId2"/>
              </a:rPr>
              <a:t>https://www.cursor.com/dashboard?tab=settings</a:t>
            </a:r>
            <a:endParaRPr lang="es-ES" sz="1600" b="0" strike="noStrike" spc="-1">
              <a:solidFill>
                <a:srgbClr val="000000"/>
              </a:solidFill>
              <a:latin typeface="Arial"/>
            </a:endParaRPr>
          </a:p>
          <a:p>
            <a:pPr defTabSz="914400">
              <a:lnSpc>
                <a:spcPct val="150000"/>
              </a:lnSpc>
              <a:tabLst>
                <a:tab pos="0" algn="l"/>
              </a:tabLst>
            </a:pPr>
            <a:endParaRPr lang="es-ES" sz="1600" b="0" strike="noStrike" spc="-1">
              <a:solidFill>
                <a:srgbClr val="000000"/>
              </a:solidFill>
              <a:latin typeface="Arial"/>
            </a:endParaRPr>
          </a:p>
          <a:p>
            <a:pPr defTabSz="914400">
              <a:lnSpc>
                <a:spcPct val="150000"/>
              </a:lnSpc>
              <a:tabLst>
                <a:tab pos="0" algn="l"/>
              </a:tabLst>
            </a:pPr>
            <a:r>
              <a:rPr lang="es-ES" sz="1600" b="0" strike="noStrike" spc="-1">
                <a:solidFill>
                  <a:schemeClr val="dk1"/>
                </a:solidFill>
                <a:latin typeface="Tahoma"/>
                <a:ea typeface="Tahoma"/>
              </a:rPr>
              <a:t>Una vez dentro, debemos elegir las opciones correctas para nuestro plan en Usage-Based Pricing Settings, declarando límites para evitar sobrecostes.</a:t>
            </a:r>
            <a:endParaRPr lang="es-ES" sz="1600" b="0" strike="noStrike" spc="-1">
              <a:solidFill>
                <a:srgbClr val="000000"/>
              </a:solidFill>
              <a:latin typeface="Arial"/>
            </a:endParaRPr>
          </a:p>
        </p:txBody>
      </p:sp>
      <p:sp>
        <p:nvSpPr>
          <p:cNvPr id="259" name="Google Shape;202;p2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60" name="Google Shape;203;p2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CONFIGURANDO CURSOR AI</a:t>
            </a:r>
            <a:endParaRPr lang="es-ES" sz="2000" b="0" strike="noStrike" spc="-1">
              <a:solidFill>
                <a:srgbClr val="000000"/>
              </a:solidFill>
              <a:latin typeface="Arial"/>
            </a:endParaRPr>
          </a:p>
        </p:txBody>
      </p:sp>
      <p:sp>
        <p:nvSpPr>
          <p:cNvPr id="261" name="Google Shape;204;p23"/>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Limites de peticiones</a:t>
            </a:r>
            <a:endParaRPr lang="es-ES" sz="1600" b="0" strike="noStrike" spc="-1">
              <a:solidFill>
                <a:srgbClr val="000000"/>
              </a:solidFill>
              <a:latin typeface="Arial"/>
            </a:endParaRPr>
          </a:p>
        </p:txBody>
      </p:sp>
      <p:sp>
        <p:nvSpPr>
          <p:cNvPr id="262" name="Google Shape;205;p2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07</a:t>
            </a:r>
            <a:endParaRPr lang="es-ES" sz="5000" b="0" strike="noStrike" spc="-1">
              <a:solidFill>
                <a:srgbClr val="000000"/>
              </a:solidFill>
              <a:latin typeface="Arial"/>
            </a:endParaRPr>
          </a:p>
        </p:txBody>
      </p:sp>
      <p:cxnSp>
        <p:nvCxnSpPr>
          <p:cNvPr id="263" name="Google Shape;206;p23"/>
          <p:cNvCxnSpPr/>
          <p:nvPr/>
        </p:nvCxnSpPr>
        <p:spPr>
          <a:xfrm flipV="1">
            <a:off x="1358640" y="618840"/>
            <a:ext cx="11880" cy="687960"/>
          </a:xfrm>
          <a:prstGeom prst="straightConnector1">
            <a:avLst/>
          </a:prstGeom>
          <a:ln w="19080">
            <a:solidFill>
              <a:srgbClr val="179AD7"/>
            </a:solidFill>
            <a:miter/>
          </a:ln>
        </p:spPr>
      </p:cxnSp>
      <p:pic>
        <p:nvPicPr>
          <p:cNvPr id="264" name="Imagen 263"/>
          <p:cNvPicPr/>
          <p:nvPr/>
        </p:nvPicPr>
        <p:blipFill>
          <a:blip r:embed="rId3"/>
          <a:stretch/>
        </p:blipFill>
        <p:spPr>
          <a:xfrm>
            <a:off x="6642000" y="1713600"/>
            <a:ext cx="4854240" cy="2928240"/>
          </a:xfrm>
          <a:prstGeom prst="rect">
            <a:avLst/>
          </a:prstGeom>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Google Shape;200;p23"/>
          <p:cNvSpPr/>
          <p:nvPr/>
        </p:nvSpPr>
        <p:spPr>
          <a:xfrm>
            <a:off x="6643440" y="1713960"/>
            <a:ext cx="4854240" cy="4008960"/>
          </a:xfrm>
          <a:prstGeom prst="rect">
            <a:avLst/>
          </a:prstGeom>
          <a:solidFill>
            <a:srgbClr val="F2F2F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000000"/>
              </a:solidFill>
              <a:latin typeface="Arial"/>
              <a:ea typeface="DejaVu Sans"/>
            </a:endParaRPr>
          </a:p>
        </p:txBody>
      </p:sp>
      <p:sp>
        <p:nvSpPr>
          <p:cNvPr id="266" name="Google Shape;201;p23"/>
          <p:cNvSpPr/>
          <p:nvPr/>
        </p:nvSpPr>
        <p:spPr>
          <a:xfrm>
            <a:off x="929160" y="1712160"/>
            <a:ext cx="5474160" cy="328824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50000"/>
              </a:lnSpc>
              <a:tabLst>
                <a:tab pos="0" algn="l"/>
              </a:tabLst>
            </a:pPr>
            <a:r>
              <a:rPr lang="es-ES" sz="1600" b="0" strike="noStrike" spc="-1">
                <a:solidFill>
                  <a:schemeClr val="dk1"/>
                </a:solidFill>
                <a:latin typeface="Tahoma"/>
                <a:ea typeface="Tahoma"/>
              </a:rPr>
              <a:t>Una vez abierto Cursor AI, podemos acceder a “</a:t>
            </a:r>
            <a:r>
              <a:rPr lang="es-ES" sz="1600" b="0" i="1" strike="noStrike" spc="-1">
                <a:solidFill>
                  <a:schemeClr val="dk1"/>
                </a:solidFill>
                <a:latin typeface="Tahoma"/>
                <a:ea typeface="Tahoma"/>
              </a:rPr>
              <a:t>Archivo / Preferencias / Cursor Settings</a:t>
            </a:r>
            <a:r>
              <a:rPr lang="es-ES" sz="1600" b="0" strike="noStrike" spc="-1">
                <a:solidFill>
                  <a:schemeClr val="dk1"/>
                </a:solidFill>
                <a:latin typeface="Tahoma"/>
                <a:ea typeface="Tahoma"/>
              </a:rPr>
              <a:t>”</a:t>
            </a:r>
            <a:endParaRPr lang="es-ES" sz="1600" b="0" strike="noStrike" spc="-1">
              <a:solidFill>
                <a:srgbClr val="000000"/>
              </a:solidFill>
              <a:latin typeface="Arial"/>
            </a:endParaRPr>
          </a:p>
          <a:p>
            <a:pPr defTabSz="914400">
              <a:lnSpc>
                <a:spcPct val="150000"/>
              </a:lnSpc>
              <a:tabLst>
                <a:tab pos="0" algn="l"/>
              </a:tabLst>
            </a:pPr>
            <a:endParaRPr lang="es-ES" sz="1600" b="0" strike="noStrike" spc="-1">
              <a:solidFill>
                <a:srgbClr val="000000"/>
              </a:solidFill>
              <a:latin typeface="Arial"/>
            </a:endParaRPr>
          </a:p>
          <a:p>
            <a:pPr defTabSz="914400">
              <a:lnSpc>
                <a:spcPct val="150000"/>
              </a:lnSpc>
              <a:tabLst>
                <a:tab pos="0" algn="l"/>
              </a:tabLst>
            </a:pPr>
            <a:r>
              <a:rPr lang="es-ES" sz="1600" b="0" strike="noStrike" spc="-1">
                <a:solidFill>
                  <a:schemeClr val="dk1"/>
                </a:solidFill>
                <a:latin typeface="Tahoma"/>
                <a:ea typeface="Tahoma"/>
              </a:rPr>
              <a:t>En la pestaña “</a:t>
            </a:r>
            <a:r>
              <a:rPr lang="es-ES" sz="1600" b="0" i="1" strike="noStrike" spc="-1">
                <a:solidFill>
                  <a:schemeClr val="dk1"/>
                </a:solidFill>
                <a:latin typeface="Tahoma"/>
                <a:ea typeface="Tahoma"/>
              </a:rPr>
              <a:t>General</a:t>
            </a:r>
            <a:r>
              <a:rPr lang="es-ES" sz="1600" b="0" strike="noStrike" spc="-1">
                <a:solidFill>
                  <a:schemeClr val="dk1"/>
                </a:solidFill>
                <a:latin typeface="Tahoma"/>
                <a:ea typeface="Tahoma"/>
              </a:rPr>
              <a:t>”, podemos gestionar las credenciales y otras opciones globales.</a:t>
            </a:r>
            <a:endParaRPr lang="es-ES" sz="1600" b="0" strike="noStrike" spc="-1">
              <a:solidFill>
                <a:srgbClr val="000000"/>
              </a:solidFill>
              <a:latin typeface="Arial"/>
            </a:endParaRPr>
          </a:p>
          <a:p>
            <a:pPr defTabSz="914400">
              <a:lnSpc>
                <a:spcPct val="150000"/>
              </a:lnSpc>
              <a:tabLst>
                <a:tab pos="0" algn="l"/>
              </a:tabLst>
            </a:pPr>
            <a:endParaRPr lang="es-ES" sz="1600" b="0" strike="noStrike" spc="-1">
              <a:solidFill>
                <a:srgbClr val="000000"/>
              </a:solidFill>
              <a:latin typeface="Arial"/>
            </a:endParaRPr>
          </a:p>
          <a:p>
            <a:pPr defTabSz="914400">
              <a:lnSpc>
                <a:spcPct val="150000"/>
              </a:lnSpc>
              <a:tabLst>
                <a:tab pos="0" algn="l"/>
              </a:tabLst>
            </a:pPr>
            <a:r>
              <a:rPr lang="es-ES" sz="1600" b="0" strike="noStrike" spc="-1">
                <a:solidFill>
                  <a:schemeClr val="dk1"/>
                </a:solidFill>
                <a:latin typeface="Tahoma"/>
                <a:ea typeface="Tahoma"/>
              </a:rPr>
              <a:t>En la pestaña “</a:t>
            </a:r>
            <a:r>
              <a:rPr lang="es-ES" sz="1600" b="0" i="1" strike="noStrike" spc="-1">
                <a:solidFill>
                  <a:schemeClr val="dk1"/>
                </a:solidFill>
                <a:latin typeface="Tahoma"/>
                <a:ea typeface="Tahoma"/>
              </a:rPr>
              <a:t>Rules and Memories</a:t>
            </a:r>
            <a:r>
              <a:rPr lang="es-ES" sz="1600" b="0" strike="noStrike" spc="-1">
                <a:solidFill>
                  <a:schemeClr val="dk1"/>
                </a:solidFill>
                <a:latin typeface="Tahoma"/>
                <a:ea typeface="Tahoma"/>
              </a:rPr>
              <a:t>” podemos gestionar nuestras reglas generales y las reglas específicas para el proyecto.</a:t>
            </a:r>
            <a:endParaRPr lang="es-ES" sz="1600" b="0" strike="noStrike" spc="-1">
              <a:solidFill>
                <a:srgbClr val="000000"/>
              </a:solidFill>
              <a:latin typeface="Arial"/>
            </a:endParaRPr>
          </a:p>
        </p:txBody>
      </p:sp>
      <p:sp>
        <p:nvSpPr>
          <p:cNvPr id="267" name="Google Shape;202;p2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68" name="Google Shape;203;p2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CONFIGURANDO CURSOR AI</a:t>
            </a:r>
            <a:endParaRPr lang="es-ES" sz="2000" b="0" strike="noStrike" spc="-1">
              <a:solidFill>
                <a:srgbClr val="000000"/>
              </a:solidFill>
              <a:latin typeface="Arial"/>
            </a:endParaRPr>
          </a:p>
        </p:txBody>
      </p:sp>
      <p:sp>
        <p:nvSpPr>
          <p:cNvPr id="269" name="Google Shape;204;p23"/>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Acceso al panel de configuración</a:t>
            </a:r>
            <a:endParaRPr lang="es-ES" sz="1600" b="0" strike="noStrike" spc="-1">
              <a:solidFill>
                <a:srgbClr val="000000"/>
              </a:solidFill>
              <a:latin typeface="Arial"/>
            </a:endParaRPr>
          </a:p>
        </p:txBody>
      </p:sp>
      <p:sp>
        <p:nvSpPr>
          <p:cNvPr id="270" name="Google Shape;205;p2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07</a:t>
            </a:r>
            <a:endParaRPr lang="es-ES" sz="5000" b="0" strike="noStrike" spc="-1">
              <a:solidFill>
                <a:srgbClr val="000000"/>
              </a:solidFill>
              <a:latin typeface="Arial"/>
            </a:endParaRPr>
          </a:p>
        </p:txBody>
      </p:sp>
      <p:cxnSp>
        <p:nvCxnSpPr>
          <p:cNvPr id="271" name="Google Shape;206;p23"/>
          <p:cNvCxnSpPr/>
          <p:nvPr/>
        </p:nvCxnSpPr>
        <p:spPr>
          <a:xfrm flipV="1">
            <a:off x="1358640" y="618840"/>
            <a:ext cx="11880" cy="687960"/>
          </a:xfrm>
          <a:prstGeom prst="straightConnector1">
            <a:avLst/>
          </a:prstGeom>
          <a:ln w="19080">
            <a:solidFill>
              <a:srgbClr val="179AD7"/>
            </a:solidFill>
            <a:miter/>
          </a:ln>
        </p:spPr>
      </p:cxnSp>
      <p:pic>
        <p:nvPicPr>
          <p:cNvPr id="272" name="Imagen 271"/>
          <p:cNvPicPr/>
          <p:nvPr/>
        </p:nvPicPr>
        <p:blipFill>
          <a:blip r:embed="rId2"/>
          <a:stretch/>
        </p:blipFill>
        <p:spPr>
          <a:xfrm>
            <a:off x="6657840" y="1045440"/>
            <a:ext cx="4860000" cy="5003640"/>
          </a:xfrm>
          <a:prstGeom prst="rect">
            <a:avLst/>
          </a:prstGeom>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 name="Google Shape;201;p23"/>
          <p:cNvSpPr/>
          <p:nvPr/>
        </p:nvSpPr>
        <p:spPr>
          <a:xfrm>
            <a:off x="929160" y="1712160"/>
            <a:ext cx="5474160" cy="438444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50000"/>
              </a:lnSpc>
              <a:tabLst>
                <a:tab pos="0" algn="l"/>
              </a:tabLst>
            </a:pPr>
            <a:r>
              <a:rPr lang="es-ES" sz="1600" b="0" strike="noStrike" spc="-1">
                <a:solidFill>
                  <a:schemeClr val="dk1"/>
                </a:solidFill>
                <a:latin typeface="Tahoma"/>
                <a:ea typeface="Tahoma"/>
              </a:rPr>
              <a:t>En reglas generales vamos a definir el prompt que va a definir (o imitar) Cursor AI mientras trabaja. Este prompt debería:</a:t>
            </a:r>
            <a:endParaRPr lang="es-ES" sz="1600" b="0" strike="noStrike" spc="-1">
              <a:solidFill>
                <a:srgbClr val="000000"/>
              </a:solidFill>
              <a:latin typeface="Arial"/>
            </a:endParaRPr>
          </a:p>
          <a:p>
            <a:pPr marL="285840" indent="-285840" defTabSz="914400">
              <a:lnSpc>
                <a:spcPct val="150000"/>
              </a:lnSpc>
              <a:buClr>
                <a:srgbClr val="000000"/>
              </a:buClr>
              <a:buFont typeface="OpenSymbol"/>
              <a:buChar char="-"/>
              <a:tabLst>
                <a:tab pos="0" algn="l"/>
              </a:tabLst>
            </a:pPr>
            <a:r>
              <a:rPr lang="es-ES" sz="1600" b="0" strike="noStrike" spc="-1">
                <a:solidFill>
                  <a:schemeClr val="dk1"/>
                </a:solidFill>
                <a:latin typeface="Tahoma"/>
                <a:ea typeface="Tahoma"/>
              </a:rPr>
              <a:t>Ser comprensivo y exhaustivo</a:t>
            </a:r>
            <a:endParaRPr lang="es-ES" sz="1600" b="0" strike="noStrike" spc="-1">
              <a:solidFill>
                <a:srgbClr val="000000"/>
              </a:solidFill>
              <a:latin typeface="Arial"/>
            </a:endParaRPr>
          </a:p>
          <a:p>
            <a:pPr marL="285840" indent="-285840" defTabSz="914400">
              <a:lnSpc>
                <a:spcPct val="150000"/>
              </a:lnSpc>
              <a:buClr>
                <a:srgbClr val="000000"/>
              </a:buClr>
              <a:buFont typeface="OpenSymbol"/>
              <a:buChar char="-"/>
              <a:tabLst>
                <a:tab pos="0" algn="l"/>
              </a:tabLst>
            </a:pPr>
            <a:r>
              <a:rPr lang="es-ES" sz="1600" b="0" strike="noStrike" spc="-1">
                <a:solidFill>
                  <a:schemeClr val="dk1"/>
                </a:solidFill>
                <a:latin typeface="Tahoma"/>
                <a:ea typeface="Tahoma"/>
              </a:rPr>
              <a:t>Contener palabras claves</a:t>
            </a:r>
            <a:endParaRPr lang="es-ES" sz="1600" b="0" strike="noStrike" spc="-1">
              <a:solidFill>
                <a:srgbClr val="000000"/>
              </a:solidFill>
              <a:latin typeface="Arial"/>
            </a:endParaRPr>
          </a:p>
          <a:p>
            <a:pPr marL="285840" indent="-285840" defTabSz="914400">
              <a:lnSpc>
                <a:spcPct val="150000"/>
              </a:lnSpc>
              <a:buClr>
                <a:srgbClr val="000000"/>
              </a:buClr>
              <a:buFont typeface="OpenSymbol"/>
              <a:buChar char="-"/>
              <a:tabLst>
                <a:tab pos="0" algn="l"/>
              </a:tabLst>
            </a:pPr>
            <a:r>
              <a:rPr lang="es-ES" sz="1600" b="0" strike="noStrike" spc="-1">
                <a:solidFill>
                  <a:schemeClr val="dk1"/>
                </a:solidFill>
                <a:latin typeface="Tahoma"/>
                <a:ea typeface="Tahoma"/>
              </a:rPr>
              <a:t>Definir el rol de la AI sin ambigüedades</a:t>
            </a:r>
            <a:endParaRPr lang="es-ES" sz="1600" b="0" strike="noStrike" spc="-1">
              <a:solidFill>
                <a:srgbClr val="000000"/>
              </a:solidFill>
              <a:latin typeface="Arial"/>
            </a:endParaRPr>
          </a:p>
          <a:p>
            <a:pPr marL="285840" indent="-285840" defTabSz="914400">
              <a:lnSpc>
                <a:spcPct val="150000"/>
              </a:lnSpc>
              <a:buClr>
                <a:srgbClr val="000000"/>
              </a:buClr>
              <a:buFont typeface="OpenSymbol"/>
              <a:buChar char="-"/>
              <a:tabLst>
                <a:tab pos="0" algn="l"/>
              </a:tabLst>
            </a:pPr>
            <a:r>
              <a:rPr lang="es-ES" sz="1600" b="0" strike="noStrike" spc="-1">
                <a:solidFill>
                  <a:schemeClr val="dk1"/>
                </a:solidFill>
                <a:latin typeface="Tahoma"/>
                <a:ea typeface="Tahoma"/>
              </a:rPr>
              <a:t>Mencionar nuestras tecnologías</a:t>
            </a:r>
            <a:endParaRPr lang="es-ES" sz="1600" b="0" strike="noStrike" spc="-1">
              <a:solidFill>
                <a:srgbClr val="000000"/>
              </a:solidFill>
              <a:latin typeface="Arial"/>
            </a:endParaRPr>
          </a:p>
          <a:p>
            <a:pPr marL="285840" indent="-285840" defTabSz="914400">
              <a:lnSpc>
                <a:spcPct val="150000"/>
              </a:lnSpc>
              <a:buClr>
                <a:srgbClr val="000000"/>
              </a:buClr>
              <a:buFont typeface="OpenSymbol"/>
              <a:buChar char="-"/>
              <a:tabLst>
                <a:tab pos="0" algn="l"/>
              </a:tabLst>
            </a:pPr>
            <a:r>
              <a:rPr lang="es-ES" sz="1600" b="0" strike="noStrike" spc="-1">
                <a:solidFill>
                  <a:schemeClr val="dk1"/>
                </a:solidFill>
                <a:latin typeface="Tahoma"/>
                <a:ea typeface="Tahoma"/>
              </a:rPr>
              <a:t>Definir qué se considera buenas y malas prácticas</a:t>
            </a:r>
            <a:endParaRPr lang="es-ES" sz="1600" b="0" strike="noStrike" spc="-1">
              <a:solidFill>
                <a:srgbClr val="000000"/>
              </a:solidFill>
              <a:latin typeface="Arial"/>
            </a:endParaRPr>
          </a:p>
          <a:p>
            <a:pPr marL="285840" indent="-285840" defTabSz="914400">
              <a:lnSpc>
                <a:spcPct val="150000"/>
              </a:lnSpc>
              <a:buClr>
                <a:srgbClr val="000000"/>
              </a:buClr>
              <a:buFont typeface="OpenSymbol"/>
              <a:buChar char="-"/>
              <a:tabLst>
                <a:tab pos="0" algn="l"/>
              </a:tabLst>
            </a:pPr>
            <a:r>
              <a:rPr lang="es-ES" sz="1600" b="0" strike="noStrike" spc="-1">
                <a:solidFill>
                  <a:schemeClr val="dk1"/>
                </a:solidFill>
                <a:latin typeface="Tahoma"/>
                <a:ea typeface="Tahoma"/>
              </a:rPr>
              <a:t>Hacer énfasis en la privacidad de datos</a:t>
            </a:r>
            <a:endParaRPr lang="es-ES" sz="1600" b="0" strike="noStrike" spc="-1">
              <a:solidFill>
                <a:srgbClr val="000000"/>
              </a:solidFill>
              <a:latin typeface="Arial"/>
            </a:endParaRPr>
          </a:p>
          <a:p>
            <a:pPr marL="285840" indent="-285840" defTabSz="914400">
              <a:lnSpc>
                <a:spcPct val="150000"/>
              </a:lnSpc>
              <a:buClr>
                <a:srgbClr val="000000"/>
              </a:buClr>
              <a:buFont typeface="OpenSymbol"/>
              <a:buChar char="-"/>
              <a:tabLst>
                <a:tab pos="0" algn="l"/>
              </a:tabLst>
            </a:pPr>
            <a:r>
              <a:rPr lang="es-ES" sz="1600" b="0" strike="noStrike" spc="-1">
                <a:solidFill>
                  <a:schemeClr val="dk1"/>
                </a:solidFill>
                <a:latin typeface="Tahoma"/>
                <a:ea typeface="Tahoma"/>
              </a:rPr>
              <a:t>Recalcar la necesidad de código final y de calidad</a:t>
            </a:r>
            <a:endParaRPr lang="es-ES" sz="1600" b="0" strike="noStrike" spc="-1">
              <a:solidFill>
                <a:srgbClr val="000000"/>
              </a:solidFill>
              <a:latin typeface="Arial"/>
            </a:endParaRPr>
          </a:p>
          <a:p>
            <a:pPr marL="285840" indent="-285840" defTabSz="914400">
              <a:lnSpc>
                <a:spcPct val="150000"/>
              </a:lnSpc>
              <a:buClr>
                <a:srgbClr val="000000"/>
              </a:buClr>
              <a:buFont typeface="OpenSymbol"/>
              <a:buChar char="-"/>
              <a:tabLst>
                <a:tab pos="0" algn="l"/>
              </a:tabLst>
            </a:pPr>
            <a:r>
              <a:rPr lang="es-ES" sz="1600" b="0" strike="noStrike" spc="-1">
                <a:solidFill>
                  <a:schemeClr val="dk1"/>
                </a:solidFill>
                <a:latin typeface="Tahoma"/>
                <a:ea typeface="Tahoma"/>
              </a:rPr>
              <a:t>Si no está seguro, indicarlo.</a:t>
            </a:r>
            <a:endParaRPr lang="es-ES" sz="1600" b="0" strike="noStrike" spc="-1">
              <a:solidFill>
                <a:srgbClr val="000000"/>
              </a:solidFill>
              <a:latin typeface="Arial"/>
            </a:endParaRPr>
          </a:p>
          <a:p>
            <a:pPr marL="285840" indent="-285840" defTabSz="914400">
              <a:lnSpc>
                <a:spcPct val="150000"/>
              </a:lnSpc>
              <a:buClr>
                <a:srgbClr val="000000"/>
              </a:buClr>
              <a:buFont typeface="OpenSymbol"/>
              <a:buChar char="-"/>
              <a:tabLst>
                <a:tab pos="0" algn="l"/>
              </a:tabLst>
            </a:pPr>
            <a:r>
              <a:rPr lang="es-ES" sz="1600" b="0" strike="noStrike" spc="-1">
                <a:solidFill>
                  <a:schemeClr val="dk1"/>
                </a:solidFill>
                <a:latin typeface="Tahoma"/>
                <a:ea typeface="Tahoma"/>
              </a:rPr>
              <a:t>No escapar del alcance definido (scope)</a:t>
            </a:r>
            <a:endParaRPr lang="es-ES" sz="1600" b="0" strike="noStrike" spc="-1">
              <a:solidFill>
                <a:srgbClr val="000000"/>
              </a:solidFill>
              <a:latin typeface="Arial"/>
            </a:endParaRPr>
          </a:p>
        </p:txBody>
      </p:sp>
      <p:sp>
        <p:nvSpPr>
          <p:cNvPr id="274" name="Google Shape;202;p2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75" name="Google Shape;203;p2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CONFIGURANDO CURSOR AI</a:t>
            </a:r>
            <a:endParaRPr lang="es-ES" sz="2000" b="0" strike="noStrike" spc="-1">
              <a:solidFill>
                <a:srgbClr val="000000"/>
              </a:solidFill>
              <a:latin typeface="Arial"/>
            </a:endParaRPr>
          </a:p>
        </p:txBody>
      </p:sp>
      <p:sp>
        <p:nvSpPr>
          <p:cNvPr id="276" name="Google Shape;204;p23"/>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Reglas generales</a:t>
            </a:r>
            <a:endParaRPr lang="es-ES" sz="1600" b="0" strike="noStrike" spc="-1">
              <a:solidFill>
                <a:srgbClr val="000000"/>
              </a:solidFill>
              <a:latin typeface="Arial"/>
            </a:endParaRPr>
          </a:p>
        </p:txBody>
      </p:sp>
      <p:sp>
        <p:nvSpPr>
          <p:cNvPr id="277" name="Google Shape;205;p2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07</a:t>
            </a:r>
            <a:endParaRPr lang="es-ES" sz="5000" b="0" strike="noStrike" spc="-1">
              <a:solidFill>
                <a:srgbClr val="000000"/>
              </a:solidFill>
              <a:latin typeface="Arial"/>
            </a:endParaRPr>
          </a:p>
        </p:txBody>
      </p:sp>
      <p:cxnSp>
        <p:nvCxnSpPr>
          <p:cNvPr id="278" name="Google Shape;206;p23"/>
          <p:cNvCxnSpPr/>
          <p:nvPr/>
        </p:nvCxnSpPr>
        <p:spPr>
          <a:xfrm flipV="1">
            <a:off x="1358640" y="618840"/>
            <a:ext cx="11880" cy="687960"/>
          </a:xfrm>
          <a:prstGeom prst="straightConnector1">
            <a:avLst/>
          </a:prstGeom>
          <a:ln w="19080">
            <a:solidFill>
              <a:srgbClr val="179AD7"/>
            </a:solidFill>
            <a:miter/>
          </a:ln>
        </p:spPr>
      </p:cxnSp>
      <p:pic>
        <p:nvPicPr>
          <p:cNvPr id="279" name="Imagen 278"/>
          <p:cNvPicPr/>
          <p:nvPr/>
        </p:nvPicPr>
        <p:blipFill>
          <a:blip r:embed="rId2"/>
          <a:stretch/>
        </p:blipFill>
        <p:spPr>
          <a:xfrm>
            <a:off x="6642000" y="1713600"/>
            <a:ext cx="4854240" cy="3176640"/>
          </a:xfrm>
          <a:prstGeom prst="rect">
            <a:avLst/>
          </a:prstGeom>
          <a:ln w="0">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Google Shape;201;p23"/>
          <p:cNvSpPr/>
          <p:nvPr/>
        </p:nvSpPr>
        <p:spPr>
          <a:xfrm>
            <a:off x="929160" y="1712160"/>
            <a:ext cx="5474160" cy="182664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50000"/>
              </a:lnSpc>
              <a:tabLst>
                <a:tab pos="0" algn="l"/>
              </a:tabLst>
            </a:pPr>
            <a:r>
              <a:rPr lang="es-ES" sz="1600" b="0" strike="noStrike" spc="-1">
                <a:solidFill>
                  <a:schemeClr val="dk1"/>
                </a:solidFill>
                <a:latin typeface="Tahoma"/>
                <a:ea typeface="Tahoma"/>
              </a:rPr>
              <a:t>También es posible definir reglas específicas de proyectos en caso de que existan particularidades, no recogidas en la configuración general, y que sólo apliquen a este proyecto concreto en el que estamos trabajando.</a:t>
            </a:r>
            <a:endParaRPr lang="es-ES" sz="1600" b="0" strike="noStrike" spc="-1">
              <a:solidFill>
                <a:srgbClr val="000000"/>
              </a:solidFill>
              <a:latin typeface="Arial"/>
            </a:endParaRPr>
          </a:p>
        </p:txBody>
      </p:sp>
      <p:sp>
        <p:nvSpPr>
          <p:cNvPr id="281" name="Google Shape;202;p2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82" name="Google Shape;203;p2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CONFIGURANDO CURSOR AI</a:t>
            </a:r>
            <a:endParaRPr lang="es-ES" sz="2000" b="0" strike="noStrike" spc="-1">
              <a:solidFill>
                <a:srgbClr val="000000"/>
              </a:solidFill>
              <a:latin typeface="Arial"/>
            </a:endParaRPr>
          </a:p>
        </p:txBody>
      </p:sp>
      <p:sp>
        <p:nvSpPr>
          <p:cNvPr id="283" name="Google Shape;204;p23"/>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Reglas de proyecto</a:t>
            </a:r>
            <a:endParaRPr lang="es-ES" sz="1600" b="0" strike="noStrike" spc="-1">
              <a:solidFill>
                <a:srgbClr val="000000"/>
              </a:solidFill>
              <a:latin typeface="Arial"/>
            </a:endParaRPr>
          </a:p>
        </p:txBody>
      </p:sp>
      <p:sp>
        <p:nvSpPr>
          <p:cNvPr id="284" name="Google Shape;205;p2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07</a:t>
            </a:r>
            <a:endParaRPr lang="es-ES" sz="5000" b="0" strike="noStrike" spc="-1">
              <a:solidFill>
                <a:srgbClr val="000000"/>
              </a:solidFill>
              <a:latin typeface="Arial"/>
            </a:endParaRPr>
          </a:p>
        </p:txBody>
      </p:sp>
      <p:cxnSp>
        <p:nvCxnSpPr>
          <p:cNvPr id="285" name="Google Shape;206;p23"/>
          <p:cNvCxnSpPr/>
          <p:nvPr/>
        </p:nvCxnSpPr>
        <p:spPr>
          <a:xfrm flipV="1">
            <a:off x="1358640" y="618840"/>
            <a:ext cx="11880" cy="687960"/>
          </a:xfrm>
          <a:prstGeom prst="straightConnector1">
            <a:avLst/>
          </a:prstGeom>
          <a:ln w="19080">
            <a:solidFill>
              <a:srgbClr val="179AD7"/>
            </a:solidFill>
            <a:miter/>
          </a:ln>
        </p:spPr>
      </p:cxnSp>
      <p:pic>
        <p:nvPicPr>
          <p:cNvPr id="286" name="Imagen 285"/>
          <p:cNvPicPr/>
          <p:nvPr/>
        </p:nvPicPr>
        <p:blipFill>
          <a:blip r:embed="rId2"/>
          <a:stretch/>
        </p:blipFill>
        <p:spPr>
          <a:xfrm>
            <a:off x="6642000" y="1713600"/>
            <a:ext cx="4854240" cy="2568240"/>
          </a:xfrm>
          <a:prstGeom prst="rect">
            <a:avLst/>
          </a:prstGeom>
          <a:ln w="0">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287" name="Google Shape;148;p18"/>
          <p:cNvSpPr/>
          <p:nvPr/>
        </p:nvSpPr>
        <p:spPr>
          <a:xfrm>
            <a:off x="619920" y="4273560"/>
            <a:ext cx="2863800" cy="85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Refactorizando código legacy</a:t>
            </a:r>
            <a:endParaRPr lang="es-ES" sz="2500" b="0" strike="noStrike" spc="-1">
              <a:solidFill>
                <a:srgbClr val="000000"/>
              </a:solidFill>
              <a:latin typeface="Arial"/>
            </a:endParaRPr>
          </a:p>
        </p:txBody>
      </p:sp>
      <p:sp>
        <p:nvSpPr>
          <p:cNvPr id="288" name="Google Shape;149;p18"/>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Century Gothic"/>
              </a:rPr>
              <a:t>08</a:t>
            </a:r>
            <a:endParaRPr lang="es-ES" sz="6000" b="0" strike="noStrike" spc="-1">
              <a:solidFill>
                <a:srgbClr val="000000"/>
              </a:solidFill>
              <a:latin typeface="Arial"/>
            </a:endParaRPr>
          </a:p>
        </p:txBody>
      </p:sp>
      <p:cxnSp>
        <p:nvCxnSpPr>
          <p:cNvPr id="289" name="Google Shape;150;p18"/>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Google Shape;200;p23"/>
          <p:cNvSpPr/>
          <p:nvPr/>
        </p:nvSpPr>
        <p:spPr>
          <a:xfrm>
            <a:off x="6643440" y="1713960"/>
            <a:ext cx="4854240" cy="4008960"/>
          </a:xfrm>
          <a:prstGeom prst="rect">
            <a:avLst/>
          </a:prstGeom>
          <a:solidFill>
            <a:srgbClr val="F2F2F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000000"/>
              </a:solidFill>
              <a:latin typeface="Arial"/>
              <a:ea typeface="DejaVu Sans"/>
            </a:endParaRPr>
          </a:p>
        </p:txBody>
      </p:sp>
      <p:sp>
        <p:nvSpPr>
          <p:cNvPr id="291" name="Google Shape;201;p23"/>
          <p:cNvSpPr/>
          <p:nvPr/>
        </p:nvSpPr>
        <p:spPr>
          <a:xfrm>
            <a:off x="929160" y="1712160"/>
            <a:ext cx="5474160" cy="4754828"/>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50000"/>
              </a:lnSpc>
              <a:tabLst>
                <a:tab pos="0" algn="l"/>
              </a:tabLst>
            </a:pPr>
            <a:r>
              <a:rPr lang="es-ES" sz="1600" b="0" strike="noStrike" spc="-1" dirty="0">
                <a:solidFill>
                  <a:schemeClr val="dk1"/>
                </a:solidFill>
                <a:latin typeface="Tahoma"/>
                <a:ea typeface="Tahoma"/>
              </a:rPr>
              <a:t>Nuestra empresa necesita refactorizar código escrito en jQuery para nuestro Drupal 11.</a:t>
            </a:r>
            <a:endParaRPr lang="es-ES" sz="1600" b="0" strike="noStrike" spc="-1" dirty="0">
              <a:solidFill>
                <a:srgbClr val="000000"/>
              </a:solidFill>
              <a:latin typeface="Arial"/>
            </a:endParaRPr>
          </a:p>
          <a:p>
            <a:pPr defTabSz="914400">
              <a:lnSpc>
                <a:spcPct val="150000"/>
              </a:lnSpc>
              <a:tabLst>
                <a:tab pos="0" algn="l"/>
              </a:tabLst>
            </a:pPr>
            <a:endParaRPr lang="es-ES" sz="1600" b="0" strike="noStrike" spc="-1" dirty="0">
              <a:solidFill>
                <a:srgbClr val="000000"/>
              </a:solidFill>
              <a:latin typeface="Arial"/>
            </a:endParaRPr>
          </a:p>
          <a:p>
            <a:pPr defTabSz="914400">
              <a:lnSpc>
                <a:spcPct val="150000"/>
              </a:lnSpc>
              <a:tabLst>
                <a:tab pos="0" algn="l"/>
              </a:tabLst>
            </a:pPr>
            <a:r>
              <a:rPr lang="es-ES" sz="1600" b="0" strike="noStrike" spc="-1" dirty="0">
                <a:solidFill>
                  <a:schemeClr val="dk1"/>
                </a:solidFill>
                <a:latin typeface="Tahoma"/>
                <a:ea typeface="Tahoma"/>
              </a:rPr>
              <a:t>Drupal 10.3 eliminó jQuery del Core y Drupal 11 no acepta código de jQuery con versión inferior a 4.0.0. Por ello, múltiples módulos están rotos y no son compatibles. </a:t>
            </a:r>
          </a:p>
          <a:p>
            <a:pPr defTabSz="914400">
              <a:lnSpc>
                <a:spcPct val="150000"/>
              </a:lnSpc>
              <a:tabLst>
                <a:tab pos="0" algn="l"/>
              </a:tabLst>
            </a:pPr>
            <a:endParaRPr lang="es-ES" sz="1600" spc="-1" dirty="0">
              <a:solidFill>
                <a:schemeClr val="dk1"/>
              </a:solidFill>
              <a:latin typeface="Tahoma"/>
              <a:ea typeface="Tahoma"/>
            </a:endParaRPr>
          </a:p>
          <a:p>
            <a:pPr defTabSz="914400">
              <a:lnSpc>
                <a:spcPct val="150000"/>
              </a:lnSpc>
              <a:tabLst>
                <a:tab pos="0" algn="l"/>
              </a:tabLst>
            </a:pPr>
            <a:r>
              <a:rPr lang="es-ES" sz="1600" b="0" strike="noStrike" spc="-1" dirty="0">
                <a:solidFill>
                  <a:schemeClr val="dk1"/>
                </a:solidFill>
                <a:latin typeface="Tahoma"/>
                <a:ea typeface="Tahoma"/>
              </a:rPr>
              <a:t>Es buen momento para migrar ese código a JavaScript </a:t>
            </a:r>
            <a:r>
              <a:rPr lang="es-ES" sz="1600" b="0" strike="noStrike" spc="-1" dirty="0" err="1">
                <a:solidFill>
                  <a:schemeClr val="dk1"/>
                </a:solidFill>
                <a:latin typeface="Tahoma"/>
                <a:ea typeface="Tahoma"/>
              </a:rPr>
              <a:t>vanilla</a:t>
            </a:r>
            <a:r>
              <a:rPr lang="es-ES" sz="1600" b="0" strike="noStrike" spc="-1" dirty="0">
                <a:solidFill>
                  <a:schemeClr val="dk1"/>
                </a:solidFill>
                <a:latin typeface="Tahoma"/>
                <a:ea typeface="Tahoma"/>
              </a:rPr>
              <a:t> para garantizar su transversalidad de versiones.</a:t>
            </a:r>
            <a:endParaRPr lang="es-ES" sz="1600" b="0" strike="noStrike" spc="-1" dirty="0">
              <a:solidFill>
                <a:srgbClr val="000000"/>
              </a:solidFill>
              <a:latin typeface="Arial"/>
            </a:endParaRPr>
          </a:p>
          <a:p>
            <a:pPr defTabSz="914400">
              <a:lnSpc>
                <a:spcPct val="150000"/>
              </a:lnSpc>
              <a:tabLst>
                <a:tab pos="0" algn="l"/>
              </a:tabLst>
            </a:pPr>
            <a:endParaRPr lang="es-ES" sz="1600" b="0" strike="noStrike" spc="-1" dirty="0">
              <a:solidFill>
                <a:srgbClr val="000000"/>
              </a:solidFill>
              <a:latin typeface="Arial"/>
            </a:endParaRPr>
          </a:p>
          <a:p>
            <a:pPr defTabSz="914400">
              <a:lnSpc>
                <a:spcPct val="150000"/>
              </a:lnSpc>
              <a:tabLst>
                <a:tab pos="0" algn="l"/>
              </a:tabLst>
            </a:pPr>
            <a:r>
              <a:rPr lang="es-ES" sz="1600" b="0" strike="noStrike" spc="-1" dirty="0">
                <a:solidFill>
                  <a:schemeClr val="dk1"/>
                </a:solidFill>
                <a:latin typeface="Tahoma"/>
                <a:ea typeface="Tahoma"/>
              </a:rPr>
              <a:t>Para este ejemplo, se facilita un site simple de ejemplo con HTML, SCSS y jQuery, que usa </a:t>
            </a:r>
            <a:r>
              <a:rPr lang="es-ES" sz="1600" b="0" strike="noStrike" spc="-1" dirty="0" err="1">
                <a:solidFill>
                  <a:schemeClr val="dk1"/>
                </a:solidFill>
                <a:latin typeface="Tahoma"/>
                <a:ea typeface="Tahoma"/>
              </a:rPr>
              <a:t>Gulp</a:t>
            </a:r>
            <a:r>
              <a:rPr lang="es-ES" sz="1600" b="0" strike="noStrike" spc="-1" dirty="0">
                <a:solidFill>
                  <a:schemeClr val="dk1"/>
                </a:solidFill>
                <a:latin typeface="Tahoma"/>
                <a:ea typeface="Tahoma"/>
              </a:rPr>
              <a:t> para compilar y </a:t>
            </a:r>
            <a:r>
              <a:rPr lang="es-ES" sz="1600" b="0" strike="noStrike" spc="-1" dirty="0" err="1">
                <a:solidFill>
                  <a:schemeClr val="dk1"/>
                </a:solidFill>
                <a:latin typeface="Tahoma"/>
                <a:ea typeface="Tahoma"/>
              </a:rPr>
              <a:t>minificar</a:t>
            </a:r>
            <a:r>
              <a:rPr lang="es-ES" sz="1600" b="0" strike="noStrike" spc="-1" dirty="0">
                <a:solidFill>
                  <a:schemeClr val="dk1"/>
                </a:solidFill>
                <a:latin typeface="Tahoma"/>
                <a:ea typeface="Tahoma"/>
              </a:rPr>
              <a:t> el código.</a:t>
            </a:r>
            <a:endParaRPr lang="es-ES" sz="1600" b="0" strike="noStrike" spc="-1" dirty="0">
              <a:solidFill>
                <a:srgbClr val="000000"/>
              </a:solidFill>
              <a:latin typeface="Arial"/>
            </a:endParaRPr>
          </a:p>
        </p:txBody>
      </p:sp>
      <p:sp>
        <p:nvSpPr>
          <p:cNvPr id="292" name="Google Shape;202;p2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93" name="Google Shape;203;p2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REFACORIZANDO CÓDIGO LEGACY</a:t>
            </a:r>
            <a:endParaRPr lang="es-ES" sz="2000" b="0" strike="noStrike" spc="-1">
              <a:solidFill>
                <a:srgbClr val="000000"/>
              </a:solidFill>
              <a:latin typeface="Arial"/>
            </a:endParaRPr>
          </a:p>
        </p:txBody>
      </p:sp>
      <p:sp>
        <p:nvSpPr>
          <p:cNvPr id="294" name="Google Shape;204;p23"/>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Situación de partida</a:t>
            </a:r>
            <a:endParaRPr lang="es-ES" sz="1600" b="0" strike="noStrike" spc="-1">
              <a:solidFill>
                <a:srgbClr val="000000"/>
              </a:solidFill>
              <a:latin typeface="Arial"/>
            </a:endParaRPr>
          </a:p>
        </p:txBody>
      </p:sp>
      <p:sp>
        <p:nvSpPr>
          <p:cNvPr id="295" name="Google Shape;205;p2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08</a:t>
            </a:r>
            <a:endParaRPr lang="es-ES" sz="5000" b="0" strike="noStrike" spc="-1">
              <a:solidFill>
                <a:srgbClr val="000000"/>
              </a:solidFill>
              <a:latin typeface="Arial"/>
            </a:endParaRPr>
          </a:p>
        </p:txBody>
      </p:sp>
      <p:cxnSp>
        <p:nvCxnSpPr>
          <p:cNvPr id="296" name="Google Shape;206;p23"/>
          <p:cNvCxnSpPr/>
          <p:nvPr/>
        </p:nvCxnSpPr>
        <p:spPr>
          <a:xfrm flipV="1">
            <a:off x="1358640" y="618840"/>
            <a:ext cx="11880" cy="687960"/>
          </a:xfrm>
          <a:prstGeom prst="straightConnector1">
            <a:avLst/>
          </a:prstGeom>
          <a:ln w="19080">
            <a:solidFill>
              <a:srgbClr val="179AD7"/>
            </a:solidFill>
            <a:miter/>
          </a:ln>
        </p:spPr>
      </p:cxnSp>
      <p:pic>
        <p:nvPicPr>
          <p:cNvPr id="297" name="Imagen 296"/>
          <p:cNvPicPr/>
          <p:nvPr/>
        </p:nvPicPr>
        <p:blipFill>
          <a:blip r:embed="rId2"/>
          <a:stretch/>
        </p:blipFill>
        <p:spPr>
          <a:xfrm>
            <a:off x="6642000" y="1713600"/>
            <a:ext cx="5185440" cy="4854240"/>
          </a:xfrm>
          <a:prstGeom prst="rect">
            <a:avLst/>
          </a:prstGeom>
          <a:ln w="0">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Google Shape;259;p27"/>
          <p:cNvSpPr/>
          <p:nvPr/>
        </p:nvSpPr>
        <p:spPr>
          <a:xfrm>
            <a:off x="4254480" y="2748240"/>
            <a:ext cx="1594080" cy="38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80000"/>
              </a:lnSpc>
              <a:tabLst>
                <a:tab pos="0" algn="l"/>
              </a:tabLst>
            </a:pPr>
            <a:r>
              <a:rPr lang="es-ES" sz="1600" b="1" strike="noStrike" spc="-1">
                <a:solidFill>
                  <a:srgbClr val="363E61"/>
                </a:solidFill>
                <a:latin typeface="Century Gothic"/>
                <a:ea typeface="Century Gothic"/>
              </a:rPr>
              <a:t>REFACTORIZAR UNO</a:t>
            </a:r>
            <a:endParaRPr lang="es-ES" sz="1600" b="0" strike="noStrike" spc="-1">
              <a:solidFill>
                <a:srgbClr val="000000"/>
              </a:solidFill>
              <a:latin typeface="Arial"/>
            </a:endParaRPr>
          </a:p>
        </p:txBody>
      </p:sp>
      <p:sp>
        <p:nvSpPr>
          <p:cNvPr id="299" name="Google Shape;260;p27"/>
          <p:cNvSpPr/>
          <p:nvPr/>
        </p:nvSpPr>
        <p:spPr>
          <a:xfrm>
            <a:off x="2675160" y="3212280"/>
            <a:ext cx="382320" cy="382320"/>
          </a:xfrm>
          <a:prstGeom prst="ellipse">
            <a:avLst/>
          </a:prstGeom>
          <a:noFill/>
          <a:ln w="9360">
            <a:solidFill>
              <a:srgbClr val="000000"/>
            </a:solidFill>
            <a:miter/>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s-ES" sz="1200" b="1" strike="noStrike" spc="-1">
                <a:solidFill>
                  <a:schemeClr val="dk1"/>
                </a:solidFill>
                <a:latin typeface="Century Gothic"/>
                <a:ea typeface="Century Gothic"/>
              </a:rPr>
              <a:t>1</a:t>
            </a:r>
            <a:endParaRPr lang="es-ES" sz="1200" b="0" strike="noStrike" spc="-1">
              <a:solidFill>
                <a:srgbClr val="000000"/>
              </a:solidFill>
              <a:latin typeface="Arial"/>
            </a:endParaRPr>
          </a:p>
        </p:txBody>
      </p:sp>
      <p:sp>
        <p:nvSpPr>
          <p:cNvPr id="300" name="Google Shape;261;p27"/>
          <p:cNvSpPr/>
          <p:nvPr/>
        </p:nvSpPr>
        <p:spPr>
          <a:xfrm>
            <a:off x="4860360" y="3212280"/>
            <a:ext cx="382320" cy="382320"/>
          </a:xfrm>
          <a:prstGeom prst="ellipse">
            <a:avLst/>
          </a:prstGeom>
          <a:noFill/>
          <a:ln w="9360">
            <a:solidFill>
              <a:srgbClr val="000000">
                <a:alpha val="40000"/>
              </a:srgbClr>
            </a:solidFill>
            <a:miter/>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s-ES" sz="1200" b="1" strike="noStrike" spc="-1">
                <a:solidFill>
                  <a:schemeClr val="dk1"/>
                </a:solidFill>
                <a:latin typeface="Century Gothic"/>
                <a:ea typeface="Century Gothic"/>
              </a:rPr>
              <a:t>2</a:t>
            </a:r>
            <a:endParaRPr lang="es-ES" sz="1200" b="0" strike="noStrike" spc="-1">
              <a:solidFill>
                <a:srgbClr val="000000"/>
              </a:solidFill>
              <a:latin typeface="Arial"/>
            </a:endParaRPr>
          </a:p>
        </p:txBody>
      </p:sp>
      <p:sp>
        <p:nvSpPr>
          <p:cNvPr id="301" name="Google Shape;262;p27"/>
          <p:cNvSpPr/>
          <p:nvPr/>
        </p:nvSpPr>
        <p:spPr>
          <a:xfrm>
            <a:off x="7045560" y="3212280"/>
            <a:ext cx="382320" cy="382320"/>
          </a:xfrm>
          <a:prstGeom prst="ellipse">
            <a:avLst/>
          </a:prstGeom>
          <a:noFill/>
          <a:ln w="9360">
            <a:solidFill>
              <a:srgbClr val="000000">
                <a:alpha val="40000"/>
              </a:srgbClr>
            </a:solidFill>
            <a:miter/>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s-ES" sz="1200" b="1" strike="noStrike" spc="-1">
                <a:solidFill>
                  <a:schemeClr val="dk1"/>
                </a:solidFill>
                <a:latin typeface="Century Gothic"/>
                <a:ea typeface="Century Gothic"/>
              </a:rPr>
              <a:t>3</a:t>
            </a:r>
            <a:endParaRPr lang="es-ES" sz="1200" b="0" strike="noStrike" spc="-1">
              <a:solidFill>
                <a:srgbClr val="000000"/>
              </a:solidFill>
              <a:latin typeface="Arial"/>
            </a:endParaRPr>
          </a:p>
        </p:txBody>
      </p:sp>
      <p:sp>
        <p:nvSpPr>
          <p:cNvPr id="302" name="Google Shape;263;p27"/>
          <p:cNvSpPr/>
          <p:nvPr/>
        </p:nvSpPr>
        <p:spPr>
          <a:xfrm>
            <a:off x="9230400" y="3212280"/>
            <a:ext cx="382320" cy="382320"/>
          </a:xfrm>
          <a:prstGeom prst="ellipse">
            <a:avLst/>
          </a:prstGeom>
          <a:noFill/>
          <a:ln w="9360">
            <a:solidFill>
              <a:srgbClr val="000000">
                <a:alpha val="40000"/>
              </a:srgbClr>
            </a:solidFill>
            <a:miter/>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s-ES" sz="1200" b="1" strike="noStrike" spc="-1">
                <a:solidFill>
                  <a:schemeClr val="dk1"/>
                </a:solidFill>
                <a:latin typeface="Century Gothic"/>
                <a:ea typeface="Century Gothic"/>
              </a:rPr>
              <a:t>4</a:t>
            </a:r>
            <a:endParaRPr lang="es-ES" sz="1200" b="0" strike="noStrike" spc="-1">
              <a:solidFill>
                <a:srgbClr val="000000"/>
              </a:solidFill>
              <a:latin typeface="Arial"/>
            </a:endParaRPr>
          </a:p>
        </p:txBody>
      </p:sp>
      <p:cxnSp>
        <p:nvCxnSpPr>
          <p:cNvPr id="303" name="Google Shape;264;p27"/>
          <p:cNvCxnSpPr/>
          <p:nvPr/>
        </p:nvCxnSpPr>
        <p:spPr>
          <a:xfrm>
            <a:off x="3119760" y="3414240"/>
            <a:ext cx="1680480" cy="11160"/>
          </a:xfrm>
          <a:prstGeom prst="straightConnector1">
            <a:avLst/>
          </a:prstGeom>
          <a:ln w="12600">
            <a:solidFill>
              <a:srgbClr val="179AD7"/>
            </a:solidFill>
            <a:miter/>
          </a:ln>
        </p:spPr>
      </p:cxnSp>
      <p:cxnSp>
        <p:nvCxnSpPr>
          <p:cNvPr id="304" name="Google Shape;265;p27"/>
          <p:cNvCxnSpPr/>
          <p:nvPr/>
        </p:nvCxnSpPr>
        <p:spPr>
          <a:xfrm>
            <a:off x="5304240" y="3414240"/>
            <a:ext cx="1680480" cy="11160"/>
          </a:xfrm>
          <a:prstGeom prst="straightConnector1">
            <a:avLst/>
          </a:prstGeom>
          <a:ln w="12600">
            <a:solidFill>
              <a:srgbClr val="179AD7"/>
            </a:solidFill>
            <a:miter/>
          </a:ln>
        </p:spPr>
      </p:cxnSp>
      <p:cxnSp>
        <p:nvCxnSpPr>
          <p:cNvPr id="305" name="Google Shape;266;p27"/>
          <p:cNvCxnSpPr/>
          <p:nvPr/>
        </p:nvCxnSpPr>
        <p:spPr>
          <a:xfrm>
            <a:off x="7486560" y="3408840"/>
            <a:ext cx="1680480" cy="11160"/>
          </a:xfrm>
          <a:prstGeom prst="straightConnector1">
            <a:avLst/>
          </a:prstGeom>
          <a:ln w="12600">
            <a:solidFill>
              <a:srgbClr val="179AD7"/>
            </a:solidFill>
            <a:miter/>
          </a:ln>
        </p:spPr>
      </p:cxnSp>
      <p:sp>
        <p:nvSpPr>
          <p:cNvPr id="306" name="Google Shape;267;p27"/>
          <p:cNvSpPr/>
          <p:nvPr/>
        </p:nvSpPr>
        <p:spPr>
          <a:xfrm>
            <a:off x="1790640" y="4163760"/>
            <a:ext cx="8599320" cy="142920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algn="ctr" defTabSz="914400">
              <a:lnSpc>
                <a:spcPct val="150000"/>
              </a:lnSpc>
              <a:tabLst>
                <a:tab pos="0" algn="l"/>
              </a:tabLst>
            </a:pPr>
            <a:r>
              <a:rPr lang="es-ES" sz="1800" b="0" strike="noStrike" spc="-1">
                <a:solidFill>
                  <a:schemeClr val="dk1"/>
                </a:solidFill>
                <a:latin typeface="Tahoma"/>
                <a:ea typeface="Tahoma"/>
              </a:rPr>
              <a:t>Para hacer este ejercicio en casa, se puede descargar el ejemplo, la configuración general y los prompts del siguiente repositorio:</a:t>
            </a:r>
            <a:endParaRPr lang="es-ES" sz="1800" b="0" strike="noStrike" spc="-1">
              <a:solidFill>
                <a:srgbClr val="000000"/>
              </a:solidFill>
              <a:latin typeface="Arial"/>
            </a:endParaRPr>
          </a:p>
          <a:p>
            <a:pPr algn="ctr" defTabSz="914400">
              <a:lnSpc>
                <a:spcPct val="150000"/>
              </a:lnSpc>
              <a:tabLst>
                <a:tab pos="0" algn="l"/>
              </a:tabLst>
            </a:pPr>
            <a:endParaRPr lang="es-ES" sz="1800" b="0" strike="noStrike" spc="-1">
              <a:solidFill>
                <a:srgbClr val="000000"/>
              </a:solidFill>
              <a:latin typeface="Arial"/>
            </a:endParaRPr>
          </a:p>
          <a:p>
            <a:pPr algn="ctr" defTabSz="914400">
              <a:lnSpc>
                <a:spcPct val="80000"/>
              </a:lnSpc>
              <a:tabLst>
                <a:tab pos="0" algn="l"/>
              </a:tabLst>
            </a:pPr>
            <a:r>
              <a:rPr lang="es-ES" sz="1600" b="1" strike="noStrike" spc="-1">
                <a:solidFill>
                  <a:srgbClr val="363E61"/>
                </a:solidFill>
                <a:latin typeface="Century Gothic"/>
                <a:ea typeface="Century Gothic"/>
              </a:rPr>
              <a:t>https://github.com/ipavonperez/camp2025</a:t>
            </a:r>
            <a:endParaRPr lang="es-ES" sz="1600" b="0" strike="noStrike" spc="-1">
              <a:solidFill>
                <a:srgbClr val="000000"/>
              </a:solidFill>
              <a:latin typeface="Arial"/>
            </a:endParaRPr>
          </a:p>
        </p:txBody>
      </p:sp>
      <p:sp>
        <p:nvSpPr>
          <p:cNvPr id="307" name="Google Shape;268;p27"/>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308" name="Google Shape;269;p27"/>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REFACTORIZANDO CÓDIGO LEGACY</a:t>
            </a:r>
            <a:endParaRPr lang="es-ES" sz="2000" b="0" strike="noStrike" spc="-1">
              <a:solidFill>
                <a:srgbClr val="000000"/>
              </a:solidFill>
              <a:latin typeface="Arial"/>
            </a:endParaRPr>
          </a:p>
        </p:txBody>
      </p:sp>
      <p:sp>
        <p:nvSpPr>
          <p:cNvPr id="309" name="Google Shape;270;p27"/>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Objetivos</a:t>
            </a:r>
            <a:endParaRPr lang="es-ES" sz="1600" b="0" strike="noStrike" spc="-1">
              <a:solidFill>
                <a:srgbClr val="000000"/>
              </a:solidFill>
              <a:latin typeface="Arial"/>
            </a:endParaRPr>
          </a:p>
        </p:txBody>
      </p:sp>
      <p:sp>
        <p:nvSpPr>
          <p:cNvPr id="310" name="Google Shape;271;p27"/>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08</a:t>
            </a:r>
            <a:endParaRPr lang="es-ES" sz="5000" b="0" strike="noStrike" spc="-1">
              <a:solidFill>
                <a:srgbClr val="000000"/>
              </a:solidFill>
              <a:latin typeface="Arial"/>
            </a:endParaRPr>
          </a:p>
        </p:txBody>
      </p:sp>
      <p:cxnSp>
        <p:nvCxnSpPr>
          <p:cNvPr id="311" name="Google Shape;272;p27"/>
          <p:cNvCxnSpPr/>
          <p:nvPr/>
        </p:nvCxnSpPr>
        <p:spPr>
          <a:xfrm flipV="1">
            <a:off x="1358640" y="618840"/>
            <a:ext cx="11880" cy="687960"/>
          </a:xfrm>
          <a:prstGeom prst="straightConnector1">
            <a:avLst/>
          </a:prstGeom>
          <a:ln w="19080">
            <a:solidFill>
              <a:srgbClr val="179AD7"/>
            </a:solidFill>
            <a:miter/>
          </a:ln>
        </p:spPr>
      </p:cxnSp>
      <p:pic>
        <p:nvPicPr>
          <p:cNvPr id="312" name="Google Shape;274;p27"/>
          <p:cNvPicPr/>
          <p:nvPr/>
        </p:nvPicPr>
        <p:blipFill>
          <a:blip r:embed="rId2"/>
          <a:stretch/>
        </p:blipFill>
        <p:spPr>
          <a:xfrm>
            <a:off x="9149400" y="2021400"/>
            <a:ext cx="499680" cy="490680"/>
          </a:xfrm>
          <a:prstGeom prst="rect">
            <a:avLst/>
          </a:prstGeom>
          <a:ln w="0">
            <a:noFill/>
          </a:ln>
        </p:spPr>
      </p:pic>
      <p:sp>
        <p:nvSpPr>
          <p:cNvPr id="313" name="Google Shape;276;p27"/>
          <p:cNvSpPr/>
          <p:nvPr/>
        </p:nvSpPr>
        <p:spPr>
          <a:xfrm>
            <a:off x="6425280" y="2739240"/>
            <a:ext cx="1594080" cy="38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80000"/>
              </a:lnSpc>
              <a:tabLst>
                <a:tab pos="0" algn="l"/>
              </a:tabLst>
            </a:pPr>
            <a:r>
              <a:rPr lang="es-ES" sz="1600" b="1" strike="noStrike" spc="-1">
                <a:solidFill>
                  <a:srgbClr val="363E61"/>
                </a:solidFill>
                <a:latin typeface="Century Gothic"/>
                <a:ea typeface="Century Gothic"/>
              </a:rPr>
              <a:t>CONTINUAR CON EL RESTO</a:t>
            </a:r>
            <a:endParaRPr lang="es-ES" sz="1600" b="0" strike="noStrike" spc="-1">
              <a:solidFill>
                <a:srgbClr val="000000"/>
              </a:solidFill>
              <a:latin typeface="Arial"/>
            </a:endParaRPr>
          </a:p>
        </p:txBody>
      </p:sp>
      <p:sp>
        <p:nvSpPr>
          <p:cNvPr id="314" name="Google Shape;277;p27"/>
          <p:cNvSpPr/>
          <p:nvPr/>
        </p:nvSpPr>
        <p:spPr>
          <a:xfrm>
            <a:off x="8596080" y="2730600"/>
            <a:ext cx="1727640" cy="38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80000"/>
              </a:lnSpc>
              <a:tabLst>
                <a:tab pos="0" algn="l"/>
              </a:tabLst>
            </a:pPr>
            <a:r>
              <a:rPr lang="es-ES" sz="1600" b="1" strike="noStrike" spc="-1">
                <a:solidFill>
                  <a:srgbClr val="363E61"/>
                </a:solidFill>
                <a:latin typeface="Century Gothic"/>
                <a:ea typeface="Century Gothic"/>
              </a:rPr>
              <a:t>COMPROBACIÓN MANUAL</a:t>
            </a:r>
            <a:endParaRPr lang="es-ES" sz="1600" b="0" strike="noStrike" spc="-1">
              <a:solidFill>
                <a:srgbClr val="000000"/>
              </a:solidFill>
              <a:latin typeface="Arial"/>
            </a:endParaRPr>
          </a:p>
        </p:txBody>
      </p:sp>
      <p:sp>
        <p:nvSpPr>
          <p:cNvPr id="315" name="Google Shape;278;p27"/>
          <p:cNvSpPr/>
          <p:nvPr/>
        </p:nvSpPr>
        <p:spPr>
          <a:xfrm>
            <a:off x="2110320" y="2730600"/>
            <a:ext cx="1594080" cy="38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80000"/>
              </a:lnSpc>
              <a:tabLst>
                <a:tab pos="0" algn="l"/>
              </a:tabLst>
            </a:pPr>
            <a:r>
              <a:rPr lang="es-ES" sz="1600" b="1" strike="noStrike" spc="-1">
                <a:solidFill>
                  <a:srgbClr val="363E61"/>
                </a:solidFill>
                <a:latin typeface="Century Gothic"/>
                <a:ea typeface="Century Gothic"/>
              </a:rPr>
              <a:t>IDENTIFICAR ARCHIVOS</a:t>
            </a:r>
            <a:endParaRPr lang="es-ES" sz="1600" b="0" strike="noStrike" spc="-1">
              <a:solidFill>
                <a:srgbClr val="000000"/>
              </a:solidFill>
              <a:latin typeface="Arial"/>
            </a:endParaRPr>
          </a:p>
        </p:txBody>
      </p:sp>
      <p:pic>
        <p:nvPicPr>
          <p:cNvPr id="316" name="Google Shape;447;p35"/>
          <p:cNvPicPr/>
          <p:nvPr/>
        </p:nvPicPr>
        <p:blipFill>
          <a:blip r:embed="rId3"/>
          <a:stretch/>
        </p:blipFill>
        <p:spPr>
          <a:xfrm>
            <a:off x="2642400" y="2030760"/>
            <a:ext cx="447840" cy="472320"/>
          </a:xfrm>
          <a:prstGeom prst="rect">
            <a:avLst/>
          </a:prstGeom>
          <a:ln w="0">
            <a:noFill/>
          </a:ln>
        </p:spPr>
      </p:pic>
      <p:pic>
        <p:nvPicPr>
          <p:cNvPr id="317" name="Google Shape;480;p35"/>
          <p:cNvPicPr/>
          <p:nvPr/>
        </p:nvPicPr>
        <p:blipFill>
          <a:blip r:embed="rId4"/>
          <a:stretch/>
        </p:blipFill>
        <p:spPr>
          <a:xfrm flipH="1">
            <a:off x="4800240" y="2021400"/>
            <a:ext cx="448200" cy="461520"/>
          </a:xfrm>
          <a:prstGeom prst="rect">
            <a:avLst/>
          </a:prstGeom>
          <a:ln w="0">
            <a:noFill/>
          </a:ln>
        </p:spPr>
      </p:pic>
      <p:pic>
        <p:nvPicPr>
          <p:cNvPr id="318" name="Google Shape;421;p35"/>
          <p:cNvPicPr/>
          <p:nvPr/>
        </p:nvPicPr>
        <p:blipFill>
          <a:blip r:embed="rId5"/>
          <a:stretch/>
        </p:blipFill>
        <p:spPr>
          <a:xfrm flipH="1">
            <a:off x="6979320" y="2046960"/>
            <a:ext cx="442440" cy="465120"/>
          </a:xfrm>
          <a:prstGeom prst="rect">
            <a:avLst/>
          </a:prstGeom>
          <a:ln w="0">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Google Shape;202;p2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93" name="Google Shape;203;p2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REFACORIZANDO CÓDIGO LEGACY</a:t>
            </a:r>
            <a:endParaRPr lang="es-ES" sz="2000" b="0" strike="noStrike" spc="-1">
              <a:solidFill>
                <a:srgbClr val="000000"/>
              </a:solidFill>
              <a:latin typeface="Arial"/>
            </a:endParaRPr>
          </a:p>
        </p:txBody>
      </p:sp>
      <p:sp>
        <p:nvSpPr>
          <p:cNvPr id="294" name="Google Shape;204;p23"/>
          <p:cNvSpPr/>
          <p:nvPr/>
        </p:nvSpPr>
        <p:spPr>
          <a:xfrm>
            <a:off x="1375920" y="1002960"/>
            <a:ext cx="810252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dirty="0">
                <a:solidFill>
                  <a:srgbClr val="143C64"/>
                </a:solidFill>
                <a:latin typeface="Century Gothic"/>
                <a:ea typeface="Century Gothic"/>
              </a:rPr>
              <a:t>Prueba</a:t>
            </a:r>
            <a:endParaRPr lang="es-ES" sz="1600" b="0" strike="noStrike" spc="-1" dirty="0">
              <a:solidFill>
                <a:srgbClr val="000000"/>
              </a:solidFill>
              <a:latin typeface="Arial"/>
            </a:endParaRPr>
          </a:p>
        </p:txBody>
      </p:sp>
      <p:sp>
        <p:nvSpPr>
          <p:cNvPr id="295" name="Google Shape;205;p2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08</a:t>
            </a:r>
            <a:endParaRPr lang="es-ES" sz="5000" b="0" strike="noStrike" spc="-1">
              <a:solidFill>
                <a:srgbClr val="000000"/>
              </a:solidFill>
              <a:latin typeface="Arial"/>
            </a:endParaRPr>
          </a:p>
        </p:txBody>
      </p:sp>
      <p:cxnSp>
        <p:nvCxnSpPr>
          <p:cNvPr id="296" name="Google Shape;206;p23"/>
          <p:cNvCxnSpPr/>
          <p:nvPr/>
        </p:nvCxnSpPr>
        <p:spPr>
          <a:xfrm flipV="1">
            <a:off x="1358640" y="618840"/>
            <a:ext cx="11880" cy="687960"/>
          </a:xfrm>
          <a:prstGeom prst="straightConnector1">
            <a:avLst/>
          </a:prstGeom>
          <a:ln w="19080">
            <a:solidFill>
              <a:srgbClr val="179AD7"/>
            </a:solidFill>
            <a:miter/>
          </a:ln>
        </p:spPr>
      </p:cxnSp>
      <p:pic>
        <p:nvPicPr>
          <p:cNvPr id="10" name="Picture 2" descr="Technical difficulties">
            <a:extLst>
              <a:ext uri="{FF2B5EF4-FFF2-40B4-BE49-F238E27FC236}">
                <a16:creationId xmlns:a16="http://schemas.microsoft.com/office/drawing/2014/main" id="{A82B5538-0A60-4C3C-B228-FB353CF69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22324" y="1761564"/>
            <a:ext cx="3334871" cy="3334871"/>
          </a:xfrm>
          <a:prstGeom prst="rect">
            <a:avLst/>
          </a:prstGeom>
          <a:noFill/>
          <a:effectLst>
            <a:softEdge rad="63500"/>
          </a:effectLst>
          <a:extLst>
            <a:ext uri="{909E8E84-426E-40DD-AFC4-6F175D3DCCD1}">
              <a14:hiddenFill xmlns:a14="http://schemas.microsoft.com/office/drawing/2010/main">
                <a:solidFill>
                  <a:srgbClr val="FFFFFF"/>
                </a:solidFill>
              </a14:hiddenFill>
            </a:ext>
          </a:extLst>
        </p:spPr>
      </p:pic>
      <p:sp>
        <p:nvSpPr>
          <p:cNvPr id="11" name="Google Shape;201;p23">
            <a:extLst>
              <a:ext uri="{FF2B5EF4-FFF2-40B4-BE49-F238E27FC236}">
                <a16:creationId xmlns:a16="http://schemas.microsoft.com/office/drawing/2014/main" id="{BAC59CF5-250B-485C-BE97-981E90C96643}"/>
              </a:ext>
            </a:extLst>
          </p:cNvPr>
          <p:cNvSpPr/>
          <p:nvPr/>
        </p:nvSpPr>
        <p:spPr>
          <a:xfrm>
            <a:off x="2556180" y="5414769"/>
            <a:ext cx="6922260" cy="692177"/>
          </a:xfrm>
          <a:prstGeom prst="rect">
            <a:avLst/>
          </a:prstGeom>
          <a:noFill/>
          <a:ln w="0">
            <a:noFill/>
          </a:ln>
        </p:spPr>
        <p:style>
          <a:lnRef idx="0">
            <a:scrgbClr r="0" g="0" b="0"/>
          </a:lnRef>
          <a:fillRef idx="0">
            <a:scrgbClr r="0" g="0" b="0"/>
          </a:fillRef>
          <a:effectRef idx="0">
            <a:scrgbClr r="0" g="0" b="0"/>
          </a:effectRef>
          <a:fontRef idx="minor"/>
        </p:style>
        <p:txBody>
          <a:bodyPr wrap="square" lIns="0" tIns="0" rIns="90000" bIns="0" anchor="t">
            <a:spAutoFit/>
          </a:bodyPr>
          <a:lstStyle/>
          <a:p>
            <a:pPr algn="ctr" defTabSz="914400">
              <a:lnSpc>
                <a:spcPct val="150000"/>
              </a:lnSpc>
              <a:tabLst>
                <a:tab pos="0" algn="l"/>
              </a:tabLst>
            </a:pPr>
            <a:r>
              <a:rPr lang="es-ES" sz="1600" b="0" i="1" strike="noStrike" spc="-1" dirty="0">
                <a:solidFill>
                  <a:schemeClr val="dk1"/>
                </a:solidFill>
                <a:latin typeface="Tahoma"/>
                <a:ea typeface="Tahoma"/>
              </a:rPr>
              <a:t>Debido a las restricciones del repositorio, el video se encuentra en un archivo de la carpeta raíz del mismo.</a:t>
            </a:r>
            <a:endParaRPr lang="es-ES" sz="1600" b="0" i="1" strike="noStrike" spc="-1" dirty="0">
              <a:solidFill>
                <a:srgbClr val="000000"/>
              </a:solidFill>
              <a:latin typeface="Arial"/>
            </a:endParaRPr>
          </a:p>
        </p:txBody>
      </p:sp>
    </p:spTree>
    <p:extLst>
      <p:ext uri="{BB962C8B-B14F-4D97-AF65-F5344CB8AC3E}">
        <p14:creationId xmlns:p14="http://schemas.microsoft.com/office/powerpoint/2010/main" val="19316161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Google Shape;200;p23"/>
          <p:cNvSpPr/>
          <p:nvPr/>
        </p:nvSpPr>
        <p:spPr>
          <a:xfrm>
            <a:off x="6643440" y="1713960"/>
            <a:ext cx="4854240" cy="4008960"/>
          </a:xfrm>
          <a:prstGeom prst="rect">
            <a:avLst/>
          </a:prstGeom>
          <a:solidFill>
            <a:srgbClr val="F2F2F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000000"/>
              </a:solidFill>
              <a:latin typeface="Arial"/>
              <a:ea typeface="DejaVu Sans"/>
            </a:endParaRPr>
          </a:p>
        </p:txBody>
      </p:sp>
      <p:sp>
        <p:nvSpPr>
          <p:cNvPr id="291" name="Google Shape;201;p23"/>
          <p:cNvSpPr/>
          <p:nvPr/>
        </p:nvSpPr>
        <p:spPr>
          <a:xfrm>
            <a:off x="987480" y="2443340"/>
            <a:ext cx="4270369" cy="2539670"/>
          </a:xfrm>
          <a:prstGeom prst="rect">
            <a:avLst/>
          </a:prstGeom>
          <a:noFill/>
          <a:ln w="0">
            <a:noFill/>
          </a:ln>
        </p:spPr>
        <p:style>
          <a:lnRef idx="0">
            <a:scrgbClr r="0" g="0" b="0"/>
          </a:lnRef>
          <a:fillRef idx="0">
            <a:scrgbClr r="0" g="0" b="0"/>
          </a:fillRef>
          <a:effectRef idx="0">
            <a:scrgbClr r="0" g="0" b="0"/>
          </a:effectRef>
          <a:fontRef idx="minor"/>
        </p:style>
        <p:txBody>
          <a:bodyPr wrap="square" lIns="0" tIns="0" rIns="90000" bIns="0" anchor="t">
            <a:spAutoFit/>
          </a:bodyPr>
          <a:lstStyle/>
          <a:p>
            <a:pPr defTabSz="914400">
              <a:lnSpc>
                <a:spcPct val="150000"/>
              </a:lnSpc>
              <a:tabLst>
                <a:tab pos="0" algn="l"/>
              </a:tabLst>
            </a:pPr>
            <a:r>
              <a:rPr lang="es-ES" sz="1600" b="0" strike="noStrike" spc="-1" dirty="0">
                <a:solidFill>
                  <a:schemeClr val="dk1"/>
                </a:solidFill>
                <a:latin typeface="Tahoma"/>
                <a:ea typeface="Tahoma"/>
              </a:rPr>
              <a:t>El módulo </a:t>
            </a:r>
            <a:r>
              <a:rPr lang="es-ES" sz="1600" b="1" i="1" strike="noStrike" spc="-1" dirty="0" err="1">
                <a:solidFill>
                  <a:schemeClr val="dk1"/>
                </a:solidFill>
                <a:latin typeface="Tahoma"/>
                <a:ea typeface="Tahoma"/>
              </a:rPr>
              <a:t>jquery_deprecated</a:t>
            </a:r>
            <a:r>
              <a:rPr lang="es-ES" sz="1600" b="1" i="1" strike="noStrike" spc="-1" dirty="0">
                <a:solidFill>
                  <a:schemeClr val="dk1"/>
                </a:solidFill>
                <a:latin typeface="Tahoma"/>
                <a:ea typeface="Tahoma"/>
              </a:rPr>
              <a:t> </a:t>
            </a:r>
            <a:r>
              <a:rPr lang="es-ES" sz="1600" b="1" i="1" strike="noStrike" spc="-1" dirty="0" err="1">
                <a:solidFill>
                  <a:schemeClr val="dk1"/>
                </a:solidFill>
                <a:latin typeface="Tahoma"/>
                <a:ea typeface="Tahoma"/>
              </a:rPr>
              <a:t>functions</a:t>
            </a:r>
            <a:r>
              <a:rPr lang="es-ES" sz="1600" b="1" i="1" strike="noStrike" spc="-1" dirty="0">
                <a:solidFill>
                  <a:schemeClr val="dk1"/>
                </a:solidFill>
                <a:latin typeface="Tahoma"/>
                <a:ea typeface="Tahoma"/>
              </a:rPr>
              <a:t> </a:t>
            </a:r>
            <a:r>
              <a:rPr lang="es-ES" sz="1600" b="0" strike="noStrike" spc="-1" dirty="0">
                <a:solidFill>
                  <a:schemeClr val="dk1"/>
                </a:solidFill>
                <a:latin typeface="Tahoma"/>
                <a:ea typeface="Tahoma"/>
              </a:rPr>
              <a:t>permite dar soporte de forma temporal a esas funciones mientras buscamos recursos para afrontar el cambio.</a:t>
            </a:r>
          </a:p>
          <a:p>
            <a:pPr defTabSz="914400">
              <a:lnSpc>
                <a:spcPct val="150000"/>
              </a:lnSpc>
              <a:tabLst>
                <a:tab pos="0" algn="l"/>
              </a:tabLst>
            </a:pPr>
            <a:endParaRPr lang="es-ES" sz="1600" spc="-1" dirty="0">
              <a:solidFill>
                <a:schemeClr val="dk1"/>
              </a:solidFill>
              <a:latin typeface="Tahoma"/>
              <a:ea typeface="Tahoma"/>
            </a:endParaRPr>
          </a:p>
          <a:p>
            <a:pPr defTabSz="914400">
              <a:lnSpc>
                <a:spcPct val="150000"/>
              </a:lnSpc>
              <a:tabLst>
                <a:tab pos="0" algn="l"/>
              </a:tabLst>
            </a:pPr>
            <a:r>
              <a:rPr lang="es-ES" sz="1600" b="0" strike="noStrike" spc="-1" dirty="0">
                <a:solidFill>
                  <a:srgbClr val="000000"/>
                </a:solidFill>
                <a:latin typeface="Arial"/>
                <a:hlinkClick r:id="rId2"/>
              </a:rPr>
              <a:t>https://www.drupal.org/project/jquery_deprecated_functions/releases/1.0.0</a:t>
            </a:r>
            <a:endParaRPr lang="es-ES" sz="1600" b="0" strike="noStrike" spc="-1" dirty="0">
              <a:solidFill>
                <a:srgbClr val="000000"/>
              </a:solidFill>
              <a:latin typeface="Arial"/>
            </a:endParaRPr>
          </a:p>
        </p:txBody>
      </p:sp>
      <p:sp>
        <p:nvSpPr>
          <p:cNvPr id="292" name="Google Shape;202;p2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293" name="Google Shape;203;p23"/>
          <p:cNvSpPr/>
          <p:nvPr/>
        </p:nvSpPr>
        <p:spPr>
          <a:xfrm>
            <a:off x="1376280" y="607680"/>
            <a:ext cx="7833960" cy="39865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dirty="0">
                <a:solidFill>
                  <a:srgbClr val="143C64"/>
                </a:solidFill>
                <a:latin typeface="Century Gothic"/>
                <a:ea typeface="Century Gothic"/>
              </a:rPr>
              <a:t>¿Y SI NO PODEMOS USAR CURSOR?</a:t>
            </a:r>
            <a:endParaRPr lang="es-ES" sz="2000" b="0" strike="noStrike" spc="-1" dirty="0">
              <a:solidFill>
                <a:srgbClr val="000000"/>
              </a:solidFill>
              <a:latin typeface="Arial"/>
            </a:endParaRPr>
          </a:p>
        </p:txBody>
      </p:sp>
      <p:sp>
        <p:nvSpPr>
          <p:cNvPr id="294" name="Google Shape;204;p23"/>
          <p:cNvSpPr/>
          <p:nvPr/>
        </p:nvSpPr>
        <p:spPr>
          <a:xfrm>
            <a:off x="1375920" y="1002960"/>
            <a:ext cx="810252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dirty="0">
                <a:solidFill>
                  <a:srgbClr val="143C64"/>
                </a:solidFill>
                <a:latin typeface="Century Gothic"/>
                <a:ea typeface="Century Gothic"/>
              </a:rPr>
              <a:t>Plan B</a:t>
            </a:r>
            <a:endParaRPr lang="es-ES" sz="1600" b="0" strike="noStrike" spc="-1" dirty="0">
              <a:solidFill>
                <a:srgbClr val="000000"/>
              </a:solidFill>
              <a:latin typeface="Arial"/>
            </a:endParaRPr>
          </a:p>
        </p:txBody>
      </p:sp>
      <p:sp>
        <p:nvSpPr>
          <p:cNvPr id="295" name="Google Shape;205;p2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08</a:t>
            </a:r>
            <a:endParaRPr lang="es-ES" sz="5000" b="0" strike="noStrike" spc="-1">
              <a:solidFill>
                <a:srgbClr val="000000"/>
              </a:solidFill>
              <a:latin typeface="Arial"/>
            </a:endParaRPr>
          </a:p>
        </p:txBody>
      </p:sp>
      <p:cxnSp>
        <p:nvCxnSpPr>
          <p:cNvPr id="296" name="Google Shape;206;p23"/>
          <p:cNvCxnSpPr/>
          <p:nvPr/>
        </p:nvCxnSpPr>
        <p:spPr>
          <a:xfrm flipV="1">
            <a:off x="1358640" y="618840"/>
            <a:ext cx="11880" cy="687960"/>
          </a:xfrm>
          <a:prstGeom prst="straightConnector1">
            <a:avLst/>
          </a:prstGeom>
          <a:ln w="19080">
            <a:solidFill>
              <a:srgbClr val="179AD7"/>
            </a:solidFill>
            <a:miter/>
          </a:ln>
        </p:spPr>
      </p:cxnSp>
      <p:pic>
        <p:nvPicPr>
          <p:cNvPr id="3" name="Imagen 2">
            <a:extLst>
              <a:ext uri="{FF2B5EF4-FFF2-40B4-BE49-F238E27FC236}">
                <a16:creationId xmlns:a16="http://schemas.microsoft.com/office/drawing/2014/main" id="{5E343EE0-6AC6-42DA-B179-BAAC0A807D31}"/>
              </a:ext>
            </a:extLst>
          </p:cNvPr>
          <p:cNvPicPr>
            <a:picLocks noChangeAspect="1"/>
          </p:cNvPicPr>
          <p:nvPr/>
        </p:nvPicPr>
        <p:blipFill>
          <a:blip r:embed="rId3"/>
          <a:stretch>
            <a:fillRect/>
          </a:stretch>
        </p:blipFill>
        <p:spPr>
          <a:xfrm>
            <a:off x="5923613" y="1708695"/>
            <a:ext cx="5868100" cy="4008960"/>
          </a:xfrm>
          <a:prstGeom prst="rect">
            <a:avLst/>
          </a:prstGeom>
        </p:spPr>
      </p:pic>
    </p:spTree>
    <p:extLst>
      <p:ext uri="{BB962C8B-B14F-4D97-AF65-F5344CB8AC3E}">
        <p14:creationId xmlns:p14="http://schemas.microsoft.com/office/powerpoint/2010/main" val="9623505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325" name="Google Shape;124;p 1"/>
          <p:cNvSpPr/>
          <p:nvPr/>
        </p:nvSpPr>
        <p:spPr>
          <a:xfrm>
            <a:off x="619920" y="4273560"/>
            <a:ext cx="2863800" cy="85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Conclusiones personales</a:t>
            </a:r>
            <a:endParaRPr lang="es-ES" sz="2500" b="0" strike="noStrike" spc="-1">
              <a:solidFill>
                <a:srgbClr val="000000"/>
              </a:solidFill>
              <a:latin typeface="Arial"/>
            </a:endParaRPr>
          </a:p>
        </p:txBody>
      </p:sp>
      <p:sp>
        <p:nvSpPr>
          <p:cNvPr id="326" name="Google Shape;125;p 3"/>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DejaVu Sans"/>
              </a:rPr>
              <a:t>09</a:t>
            </a:r>
            <a:endParaRPr lang="es-ES" sz="6000" b="0" strike="noStrike" spc="-1">
              <a:solidFill>
                <a:srgbClr val="000000"/>
              </a:solidFill>
              <a:latin typeface="Arial"/>
            </a:endParaRPr>
          </a:p>
        </p:txBody>
      </p:sp>
      <p:cxnSp>
        <p:nvCxnSpPr>
          <p:cNvPr id="327" name="Google Shape;126;p 3"/>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Google Shape;381;p3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329" name="Google Shape;382;p3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CONCLUSIONES PERSONALES</a:t>
            </a:r>
            <a:endParaRPr lang="es-ES" sz="2000" b="0" strike="noStrike" spc="-1">
              <a:solidFill>
                <a:srgbClr val="000000"/>
              </a:solidFill>
              <a:latin typeface="Arial"/>
            </a:endParaRPr>
          </a:p>
        </p:txBody>
      </p:sp>
      <p:sp>
        <p:nvSpPr>
          <p:cNvPr id="330" name="Google Shape;383;p33"/>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Luces sobre Cursor AI</a:t>
            </a:r>
            <a:endParaRPr lang="es-ES" sz="1600" b="0" strike="noStrike" spc="-1">
              <a:solidFill>
                <a:srgbClr val="000000"/>
              </a:solidFill>
              <a:latin typeface="Arial"/>
            </a:endParaRPr>
          </a:p>
        </p:txBody>
      </p:sp>
      <p:sp>
        <p:nvSpPr>
          <p:cNvPr id="331" name="Google Shape;384;p3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09</a:t>
            </a:r>
            <a:endParaRPr lang="es-ES" sz="5000" b="0" strike="noStrike" spc="-1">
              <a:solidFill>
                <a:srgbClr val="000000"/>
              </a:solidFill>
              <a:latin typeface="Arial"/>
            </a:endParaRPr>
          </a:p>
        </p:txBody>
      </p:sp>
      <p:cxnSp>
        <p:nvCxnSpPr>
          <p:cNvPr id="332" name="Google Shape;385;p33"/>
          <p:cNvCxnSpPr/>
          <p:nvPr/>
        </p:nvCxnSpPr>
        <p:spPr>
          <a:xfrm flipV="1">
            <a:off x="1358640" y="618840"/>
            <a:ext cx="11880" cy="687960"/>
          </a:xfrm>
          <a:prstGeom prst="straightConnector1">
            <a:avLst/>
          </a:prstGeom>
          <a:ln w="19080">
            <a:solidFill>
              <a:srgbClr val="179AD7"/>
            </a:solidFill>
            <a:miter/>
          </a:ln>
        </p:spPr>
      </p:cxnSp>
      <p:grpSp>
        <p:nvGrpSpPr>
          <p:cNvPr id="333" name="Google Shape;376;p33"/>
          <p:cNvGrpSpPr/>
          <p:nvPr/>
        </p:nvGrpSpPr>
        <p:grpSpPr>
          <a:xfrm>
            <a:off x="692640" y="1745280"/>
            <a:ext cx="10793520" cy="4532400"/>
            <a:chOff x="692640" y="1745280"/>
            <a:chExt cx="10793520" cy="4532400"/>
          </a:xfrm>
        </p:grpSpPr>
        <p:sp>
          <p:nvSpPr>
            <p:cNvPr id="334" name="Google Shape;377;p33"/>
            <p:cNvSpPr/>
            <p:nvPr/>
          </p:nvSpPr>
          <p:spPr>
            <a:xfrm>
              <a:off x="1358640" y="1745280"/>
              <a:ext cx="2706480" cy="501120"/>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45000" anchor="t">
              <a:spAutoFit/>
            </a:bodyPr>
            <a:lstStyle/>
            <a:p>
              <a:pPr defTabSz="914400">
                <a:lnSpc>
                  <a:spcPct val="150000"/>
                </a:lnSpc>
                <a:tabLst>
                  <a:tab pos="0" algn="l"/>
                </a:tabLst>
              </a:pPr>
              <a:r>
                <a:rPr lang="en-US" sz="1800" b="1" strike="noStrike" spc="-1">
                  <a:solidFill>
                    <a:srgbClr val="363E61"/>
                  </a:solidFill>
                  <a:latin typeface="Century Gothic"/>
                  <a:ea typeface="Century Gothic"/>
                </a:rPr>
                <a:t>Luces</a:t>
              </a:r>
              <a:endParaRPr lang="es-ES" sz="1800" b="0" strike="noStrike" spc="-1">
                <a:solidFill>
                  <a:srgbClr val="000000"/>
                </a:solidFill>
                <a:latin typeface="Arial"/>
              </a:endParaRPr>
            </a:p>
          </p:txBody>
        </p:sp>
        <p:sp>
          <p:nvSpPr>
            <p:cNvPr id="335" name="Google Shape;378;p33"/>
            <p:cNvSpPr/>
            <p:nvPr/>
          </p:nvSpPr>
          <p:spPr>
            <a:xfrm>
              <a:off x="692640" y="2534040"/>
              <a:ext cx="10793520" cy="3743640"/>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45000" anchor="t">
              <a:spAutoFit/>
            </a:bodyPr>
            <a:lstStyle/>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Ahorra tiempo en tareas monótonas o repetitivas</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Funciona bien para traducir entre diferentes lenguajes</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Recurso valioso si tenemos poco tiempo o personas en el proyecto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Relativamente rápido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La visión de conjunto es buena, mejorando la cohesión y la uniformidad</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Rellena nuestros huecos de conocimiento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pt-PT" sz="1600" b="0" strike="noStrike" spc="-1" dirty="0">
                  <a:solidFill>
                    <a:schemeClr val="dk1"/>
                  </a:solidFill>
                  <a:latin typeface="Tahoma"/>
                  <a:ea typeface="Tahoma"/>
                </a:rPr>
                <a:t>Puede montar estructuras de proyectos rápidamente</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Es capaz de consultar la documentación de tecnologías rápidamente y nos ayuda a crear la nuestra propia</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Es una herramienta útil para hacer </a:t>
              </a:r>
              <a:r>
                <a:rPr lang="es-ES" sz="1600" b="0" strike="noStrike" spc="-1" dirty="0" err="1">
                  <a:solidFill>
                    <a:schemeClr val="dk1"/>
                  </a:solidFill>
                  <a:latin typeface="Tahoma"/>
                  <a:ea typeface="Tahoma"/>
                </a:rPr>
                <a:t>debug</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Buen rendimiento en proyectos a pequeña escala</a:t>
              </a:r>
              <a:endParaRPr lang="es-ES" sz="1600" b="0" strike="noStrike" spc="-1" dirty="0">
                <a:solidFill>
                  <a:srgbClr val="000000"/>
                </a:solidFill>
                <a:latin typeface="Arial"/>
              </a:endParaRPr>
            </a:p>
          </p:txBody>
        </p:sp>
      </p:grpSp>
      <p:pic>
        <p:nvPicPr>
          <p:cNvPr id="336" name="Google Shape;394;p33"/>
          <p:cNvPicPr/>
          <p:nvPr/>
        </p:nvPicPr>
        <p:blipFill>
          <a:blip r:embed="rId2"/>
          <a:stretch/>
        </p:blipFill>
        <p:spPr>
          <a:xfrm flipH="1">
            <a:off x="705960" y="1640520"/>
            <a:ext cx="505080" cy="660960"/>
          </a:xfrm>
          <a:prstGeom prst="rect">
            <a:avLst/>
          </a:prstGeom>
          <a:ln w="0">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Google Shape;381;p3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338" name="Google Shape;382;p3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CONCLUSIONES PERSONALES</a:t>
            </a:r>
            <a:endParaRPr lang="es-ES" sz="2000" b="0" strike="noStrike" spc="-1">
              <a:solidFill>
                <a:srgbClr val="000000"/>
              </a:solidFill>
              <a:latin typeface="Arial"/>
            </a:endParaRPr>
          </a:p>
        </p:txBody>
      </p:sp>
      <p:sp>
        <p:nvSpPr>
          <p:cNvPr id="339" name="Google Shape;383;p33"/>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Sombras sobre Cursor AI</a:t>
            </a:r>
            <a:endParaRPr lang="es-ES" sz="1600" b="0" strike="noStrike" spc="-1">
              <a:solidFill>
                <a:srgbClr val="000000"/>
              </a:solidFill>
              <a:latin typeface="Arial"/>
            </a:endParaRPr>
          </a:p>
        </p:txBody>
      </p:sp>
      <p:sp>
        <p:nvSpPr>
          <p:cNvPr id="340" name="Google Shape;384;p3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09</a:t>
            </a:r>
            <a:endParaRPr lang="es-ES" sz="5000" b="0" strike="noStrike" spc="-1">
              <a:solidFill>
                <a:srgbClr val="000000"/>
              </a:solidFill>
              <a:latin typeface="Arial"/>
            </a:endParaRPr>
          </a:p>
        </p:txBody>
      </p:sp>
      <p:cxnSp>
        <p:nvCxnSpPr>
          <p:cNvPr id="341" name="Google Shape;385;p33"/>
          <p:cNvCxnSpPr/>
          <p:nvPr/>
        </p:nvCxnSpPr>
        <p:spPr>
          <a:xfrm flipV="1">
            <a:off x="1358640" y="618840"/>
            <a:ext cx="11880" cy="687960"/>
          </a:xfrm>
          <a:prstGeom prst="straightConnector1">
            <a:avLst/>
          </a:prstGeom>
          <a:ln w="19080">
            <a:solidFill>
              <a:srgbClr val="179AD7"/>
            </a:solidFill>
            <a:miter/>
          </a:ln>
        </p:spPr>
      </p:cxnSp>
      <p:grpSp>
        <p:nvGrpSpPr>
          <p:cNvPr id="342" name="Google Shape;389;p33"/>
          <p:cNvGrpSpPr/>
          <p:nvPr/>
        </p:nvGrpSpPr>
        <p:grpSpPr>
          <a:xfrm>
            <a:off x="725760" y="1503360"/>
            <a:ext cx="11223360" cy="4753356"/>
            <a:chOff x="725760" y="1503360"/>
            <a:chExt cx="11223360" cy="4753356"/>
          </a:xfrm>
        </p:grpSpPr>
        <p:sp>
          <p:nvSpPr>
            <p:cNvPr id="343" name="Google Shape;390;p33"/>
            <p:cNvSpPr/>
            <p:nvPr/>
          </p:nvSpPr>
          <p:spPr>
            <a:xfrm>
              <a:off x="1367640" y="1503360"/>
              <a:ext cx="2253960" cy="501120"/>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45000" anchor="t">
              <a:spAutoFit/>
            </a:bodyPr>
            <a:lstStyle/>
            <a:p>
              <a:pPr defTabSz="914400">
                <a:lnSpc>
                  <a:spcPct val="150000"/>
                </a:lnSpc>
                <a:tabLst>
                  <a:tab pos="0" algn="l"/>
                </a:tabLst>
              </a:pPr>
              <a:r>
                <a:rPr lang="es-ES" sz="1800" b="1" strike="noStrike" spc="-1">
                  <a:solidFill>
                    <a:srgbClr val="363E61"/>
                  </a:solidFill>
                  <a:latin typeface="Century Gothic"/>
                  <a:ea typeface="Century Gothic"/>
                </a:rPr>
                <a:t>Sombras</a:t>
              </a:r>
              <a:endParaRPr lang="es-ES" sz="1800" b="0" strike="noStrike" spc="-1">
                <a:solidFill>
                  <a:srgbClr val="000000"/>
                </a:solidFill>
                <a:latin typeface="Arial"/>
              </a:endParaRPr>
            </a:p>
          </p:txBody>
        </p:sp>
        <p:sp>
          <p:nvSpPr>
            <p:cNvPr id="344" name="Google Shape;391;p33"/>
            <p:cNvSpPr/>
            <p:nvPr/>
          </p:nvSpPr>
          <p:spPr>
            <a:xfrm>
              <a:off x="725760" y="2148840"/>
              <a:ext cx="11223360" cy="4107876"/>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45000" anchor="t">
              <a:spAutoFit/>
            </a:bodyPr>
            <a:lstStyle/>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No “genera" soluciones nuevas, reutiliza soluciones previamente realizadas por humanos</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La calidad del código se va degenerando en cada interacción (incluso borrando </a:t>
              </a:r>
              <a:r>
                <a:rPr lang="es-ES" sz="1600" b="0" strike="noStrike" spc="-1" dirty="0" err="1">
                  <a:solidFill>
                    <a:schemeClr val="dk1"/>
                  </a:solidFill>
                  <a:latin typeface="Tahoma"/>
                  <a:ea typeface="Tahoma"/>
                </a:rPr>
                <a:t>features</a:t>
              </a:r>
              <a:r>
                <a:rPr lang="es-ES" sz="1600" b="0" strike="noStrike" spc="-1" dirty="0">
                  <a:solidFill>
                    <a:schemeClr val="dk1"/>
                  </a:solidFill>
                  <a:latin typeface="Tahoma"/>
                  <a:ea typeface="Tahoma"/>
                </a:rPr>
                <a:t> ya implementadas)</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A veces ignora las reglas que le hemos dado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Otras escapa del alcance definido e intenta hacer más de la cuenta (¡Ojo!)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Comete malas prácticas debido a su aprendizaje de base humana</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Es muy fácil que el desarrollador se deje llevar y caiga en ley del mínimo esfuerzo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Está limitada por el conocimiento del programador (el programador va tender a rechazar algo que no conoce, no sabe o no puede consultar fácilmente)</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En proyectos complejos se confunde y comete mucho más errores (definición de variables, mala ubicación del código…)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El programador necesita aprender a utilizar la IA y a generar </a:t>
              </a:r>
              <a:r>
                <a:rPr lang="es-ES" sz="1600" b="0" strike="noStrike" spc="-1" dirty="0" err="1">
                  <a:solidFill>
                    <a:schemeClr val="dk1"/>
                  </a:solidFill>
                  <a:latin typeface="Tahoma"/>
                  <a:ea typeface="Tahoma"/>
                </a:rPr>
                <a:t>prompts</a:t>
              </a:r>
              <a:r>
                <a:rPr lang="es-ES" sz="1600" b="0" strike="noStrike" spc="-1" dirty="0">
                  <a:solidFill>
                    <a:schemeClr val="dk1"/>
                  </a:solidFill>
                  <a:latin typeface="Tahoma"/>
                  <a:ea typeface="Tahoma"/>
                </a:rPr>
                <a:t>, requiere tiempo</a:t>
              </a:r>
              <a:endParaRPr lang="es-ES" sz="1600" b="0" strike="noStrike" spc="-1" dirty="0">
                <a:solidFill>
                  <a:srgbClr val="000000"/>
                </a:solidFill>
                <a:latin typeface="Arial"/>
              </a:endParaRPr>
            </a:p>
            <a:p>
              <a:pPr defTabSz="914400">
                <a:lnSpc>
                  <a:spcPct val="150000"/>
                </a:lnSpc>
              </a:pPr>
              <a:endParaRPr lang="es-ES" sz="1600" b="0" strike="noStrike" spc="-1" dirty="0">
                <a:solidFill>
                  <a:srgbClr val="000000"/>
                </a:solidFill>
                <a:latin typeface="Arial"/>
              </a:endParaRPr>
            </a:p>
          </p:txBody>
        </p:sp>
      </p:grpSp>
      <p:pic>
        <p:nvPicPr>
          <p:cNvPr id="345" name="Google Shape;392;p33"/>
          <p:cNvPicPr/>
          <p:nvPr/>
        </p:nvPicPr>
        <p:blipFill>
          <a:blip r:embed="rId2"/>
          <a:stretch/>
        </p:blipFill>
        <p:spPr>
          <a:xfrm flipH="1">
            <a:off x="728640" y="1436400"/>
            <a:ext cx="505080" cy="660960"/>
          </a:xfrm>
          <a:prstGeom prst="rect">
            <a:avLst/>
          </a:prstGeom>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Google Shape;381;p 1"/>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dirty="0">
                <a:solidFill>
                  <a:schemeClr val="lt1"/>
                </a:solidFill>
                <a:latin typeface="Open Sans"/>
                <a:ea typeface="Open Sans"/>
              </a:rPr>
              <a:t>#DrupalCampSpain2025</a:t>
            </a:r>
            <a:endParaRPr lang="es-ES" sz="1400" b="0" strike="noStrike" spc="-1" dirty="0">
              <a:solidFill>
                <a:srgbClr val="000000"/>
              </a:solidFill>
              <a:latin typeface="Arial"/>
            </a:endParaRPr>
          </a:p>
          <a:p>
            <a:pPr defTabSz="914400">
              <a:lnSpc>
                <a:spcPct val="100000"/>
              </a:lnSpc>
              <a:tabLst>
                <a:tab pos="0" algn="l"/>
              </a:tabLst>
            </a:pPr>
            <a:endParaRPr lang="es-ES" sz="1400" b="0" strike="noStrike" spc="-1" dirty="0">
              <a:solidFill>
                <a:srgbClr val="000000"/>
              </a:solidFill>
              <a:latin typeface="Arial"/>
            </a:endParaRPr>
          </a:p>
        </p:txBody>
      </p:sp>
      <p:sp>
        <p:nvSpPr>
          <p:cNvPr id="347" name="Google Shape;382;p 1"/>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CONCLUSIONES PERSONALES</a:t>
            </a:r>
            <a:endParaRPr lang="es-ES" sz="2000" b="0" strike="noStrike" spc="-1">
              <a:solidFill>
                <a:srgbClr val="000000"/>
              </a:solidFill>
              <a:latin typeface="Arial"/>
            </a:endParaRPr>
          </a:p>
        </p:txBody>
      </p:sp>
      <p:sp>
        <p:nvSpPr>
          <p:cNvPr id="348" name="Google Shape;383;p 1"/>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Sombras sobre Cursor AI (II)</a:t>
            </a:r>
            <a:endParaRPr lang="es-ES" sz="1600" b="0" strike="noStrike" spc="-1">
              <a:solidFill>
                <a:srgbClr val="000000"/>
              </a:solidFill>
              <a:latin typeface="Arial"/>
            </a:endParaRPr>
          </a:p>
        </p:txBody>
      </p:sp>
      <p:sp>
        <p:nvSpPr>
          <p:cNvPr id="349" name="Google Shape;384;p 1"/>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09</a:t>
            </a:r>
            <a:endParaRPr lang="es-ES" sz="5000" b="0" strike="noStrike" spc="-1">
              <a:solidFill>
                <a:srgbClr val="000000"/>
              </a:solidFill>
              <a:latin typeface="Arial"/>
            </a:endParaRPr>
          </a:p>
        </p:txBody>
      </p:sp>
      <p:cxnSp>
        <p:nvCxnSpPr>
          <p:cNvPr id="350" name="Google Shape;385;p 1"/>
          <p:cNvCxnSpPr/>
          <p:nvPr/>
        </p:nvCxnSpPr>
        <p:spPr>
          <a:xfrm flipV="1">
            <a:off x="1358640" y="618840"/>
            <a:ext cx="11880" cy="687960"/>
          </a:xfrm>
          <a:prstGeom prst="straightConnector1">
            <a:avLst/>
          </a:prstGeom>
          <a:ln w="19080">
            <a:solidFill>
              <a:srgbClr val="179AD7"/>
            </a:solidFill>
            <a:miter/>
          </a:ln>
        </p:spPr>
      </p:cxnSp>
      <p:grpSp>
        <p:nvGrpSpPr>
          <p:cNvPr id="351" name="Google Shape;389;p 1"/>
          <p:cNvGrpSpPr/>
          <p:nvPr/>
        </p:nvGrpSpPr>
        <p:grpSpPr>
          <a:xfrm>
            <a:off x="725760" y="1503360"/>
            <a:ext cx="11223360" cy="4383191"/>
            <a:chOff x="725760" y="1503360"/>
            <a:chExt cx="11223360" cy="4383191"/>
          </a:xfrm>
        </p:grpSpPr>
        <p:sp>
          <p:nvSpPr>
            <p:cNvPr id="352" name="Google Shape;390;p 1"/>
            <p:cNvSpPr/>
            <p:nvPr/>
          </p:nvSpPr>
          <p:spPr>
            <a:xfrm>
              <a:off x="1367640" y="1503360"/>
              <a:ext cx="2253960" cy="501120"/>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45000" anchor="t">
              <a:spAutoFit/>
            </a:bodyPr>
            <a:lstStyle/>
            <a:p>
              <a:pPr defTabSz="914400">
                <a:lnSpc>
                  <a:spcPct val="150000"/>
                </a:lnSpc>
                <a:tabLst>
                  <a:tab pos="0" algn="l"/>
                </a:tabLst>
              </a:pPr>
              <a:r>
                <a:rPr lang="pt-PT" sz="1800" b="1" strike="noStrike" spc="-1">
                  <a:solidFill>
                    <a:srgbClr val="363E61"/>
                  </a:solidFill>
                  <a:latin typeface="Century Gothic"/>
                  <a:ea typeface="Century Gothic"/>
                </a:rPr>
                <a:t>Sombras</a:t>
              </a:r>
              <a:endParaRPr lang="es-ES" sz="1800" b="0" strike="noStrike" spc="-1">
                <a:solidFill>
                  <a:srgbClr val="000000"/>
                </a:solidFill>
                <a:latin typeface="Arial"/>
              </a:endParaRPr>
            </a:p>
          </p:txBody>
        </p:sp>
        <p:sp>
          <p:nvSpPr>
            <p:cNvPr id="353" name="Google Shape;391;p 1"/>
            <p:cNvSpPr/>
            <p:nvPr/>
          </p:nvSpPr>
          <p:spPr>
            <a:xfrm>
              <a:off x="725760" y="2148840"/>
              <a:ext cx="11223360" cy="3737711"/>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45000" anchor="t">
              <a:spAutoFit/>
            </a:bodyPr>
            <a:lstStyle/>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Se necesita una conexión a internet constante </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Dependencia a terceros</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Cuidado con el número de peticiones y los planes de pago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Alto coste energético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Alto coste ético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Dudas</a:t>
              </a:r>
              <a:r>
                <a:rPr lang="en-US" sz="1600" b="0" strike="noStrike" spc="-1" dirty="0">
                  <a:solidFill>
                    <a:schemeClr val="dk1"/>
                  </a:solidFill>
                  <a:latin typeface="Tahoma"/>
                  <a:ea typeface="Tahoma"/>
                </a:rPr>
                <a:t> </a:t>
              </a:r>
              <a:r>
                <a:rPr lang="es-ES" sz="1600" b="0" strike="noStrike" spc="-1" dirty="0">
                  <a:solidFill>
                    <a:schemeClr val="dk1"/>
                  </a:solidFill>
                  <a:latin typeface="Tahoma"/>
                  <a:ea typeface="Tahoma"/>
                </a:rPr>
                <a:t>sobre</a:t>
              </a:r>
              <a:r>
                <a:rPr lang="en-US" sz="1600" b="0" strike="noStrike" spc="-1" dirty="0">
                  <a:solidFill>
                    <a:schemeClr val="dk1"/>
                  </a:solidFill>
                  <a:latin typeface="Tahoma"/>
                  <a:ea typeface="Tahoma"/>
                </a:rPr>
                <a:t> </a:t>
              </a:r>
              <a:r>
                <a:rPr lang="es-ES" sz="1600" b="0" strike="noStrike" spc="-1" dirty="0">
                  <a:solidFill>
                    <a:schemeClr val="dk1"/>
                  </a:solidFill>
                  <a:latin typeface="Tahoma"/>
                  <a:ea typeface="Tahoma"/>
                </a:rPr>
                <a:t>privacidad</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Alta tendencia a entrar en bucle o “alucinar” (inventa comandos o funciones que por ejemplo no existen…). Las IA no saben decir “no lo sé”, complejo de “sabelotodo”.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Asignación de más proyectos a programadores (ya que ahora solo “supervisan”, complejo de niñera)</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chemeClr val="dk1"/>
                  </a:solidFill>
                  <a:latin typeface="Tahoma"/>
                  <a:ea typeface="Tahoma"/>
                </a:rPr>
                <a:t>Mayor precariedad laboral si se abusa (no necesidad de contratar personal junior y/o estancamiento del senior)</a:t>
              </a:r>
              <a:endParaRPr lang="es-ES" sz="1600" b="0" strike="noStrike" spc="-1" dirty="0">
                <a:solidFill>
                  <a:srgbClr val="000000"/>
                </a:solidFill>
                <a:latin typeface="Arial"/>
              </a:endParaRPr>
            </a:p>
          </p:txBody>
        </p:sp>
      </p:grpSp>
      <p:pic>
        <p:nvPicPr>
          <p:cNvPr id="354" name="Google Shape;392;p 1"/>
          <p:cNvPicPr/>
          <p:nvPr/>
        </p:nvPicPr>
        <p:blipFill>
          <a:blip r:embed="rId2"/>
          <a:stretch/>
        </p:blipFill>
        <p:spPr>
          <a:xfrm flipH="1">
            <a:off x="728640" y="1436400"/>
            <a:ext cx="505080" cy="660960"/>
          </a:xfrm>
          <a:prstGeom prst="rect">
            <a:avLst/>
          </a:prstGeom>
          <a:ln w="0">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5" name="Google Shape;305;p29"/>
          <p:cNvSpPr/>
          <p:nvPr/>
        </p:nvSpPr>
        <p:spPr>
          <a:xfrm>
            <a:off x="1489320" y="1800000"/>
            <a:ext cx="9200880" cy="3899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2500" b="1" strike="noStrike" spc="-1">
                <a:solidFill>
                  <a:srgbClr val="143C64"/>
                </a:solidFill>
                <a:latin typeface="Century Gothic"/>
                <a:ea typeface="Century Gothic"/>
              </a:rPr>
              <a:t>El Vibe Coding es útil, pero no puede sustituir a un programador. El ser humano es quien da valor al código.</a:t>
            </a:r>
            <a:endParaRPr lang="es-ES" sz="2500" b="0" strike="noStrike" spc="-1">
              <a:solidFill>
                <a:srgbClr val="000000"/>
              </a:solidFill>
              <a:latin typeface="Arial"/>
            </a:endParaRPr>
          </a:p>
          <a:p>
            <a:pPr algn="ctr" defTabSz="914400">
              <a:lnSpc>
                <a:spcPct val="100000"/>
              </a:lnSpc>
              <a:tabLst>
                <a:tab pos="0" algn="l"/>
              </a:tabLst>
            </a:pPr>
            <a:endParaRPr lang="es-ES" sz="2500" b="0" strike="noStrike" spc="-1">
              <a:solidFill>
                <a:srgbClr val="000000"/>
              </a:solidFill>
              <a:latin typeface="Arial"/>
            </a:endParaRPr>
          </a:p>
          <a:p>
            <a:pPr algn="ctr" defTabSz="914400">
              <a:lnSpc>
                <a:spcPct val="100000"/>
              </a:lnSpc>
              <a:tabLst>
                <a:tab pos="0" algn="l"/>
              </a:tabLst>
            </a:pPr>
            <a:r>
              <a:rPr lang="es-ES" sz="2500" b="1" strike="noStrike" spc="-1">
                <a:solidFill>
                  <a:srgbClr val="143C64"/>
                </a:solidFill>
                <a:latin typeface="Century Gothic"/>
                <a:ea typeface="Century Gothic"/>
              </a:rPr>
              <a:t>Deleguemos las tareas molestas o repetitivas, pero no las creativas ni las tomas de decisiones.</a:t>
            </a:r>
            <a:endParaRPr lang="es-ES" sz="2500" b="0" strike="noStrike" spc="-1">
              <a:solidFill>
                <a:srgbClr val="000000"/>
              </a:solidFill>
              <a:latin typeface="Arial"/>
            </a:endParaRPr>
          </a:p>
          <a:p>
            <a:pPr algn="ctr" defTabSz="914400">
              <a:lnSpc>
                <a:spcPct val="100000"/>
              </a:lnSpc>
              <a:tabLst>
                <a:tab pos="0" algn="l"/>
              </a:tabLst>
            </a:pPr>
            <a:endParaRPr lang="es-ES" sz="2500" b="0" strike="noStrike" spc="-1">
              <a:solidFill>
                <a:srgbClr val="000000"/>
              </a:solidFill>
              <a:latin typeface="Arial"/>
            </a:endParaRPr>
          </a:p>
          <a:p>
            <a:pPr algn="ctr" defTabSz="914400">
              <a:lnSpc>
                <a:spcPct val="100000"/>
              </a:lnSpc>
              <a:tabLst>
                <a:tab pos="0" algn="l"/>
              </a:tabLst>
            </a:pPr>
            <a:r>
              <a:rPr lang="es-ES" sz="2500" b="1" strike="noStrike" spc="-1">
                <a:solidFill>
                  <a:srgbClr val="143C64"/>
                </a:solidFill>
                <a:latin typeface="Century Gothic"/>
                <a:ea typeface="DejaVu Sans"/>
              </a:rPr>
              <a:t>¡Mucho cuidado con las expectativas! </a:t>
            </a:r>
            <a:endParaRPr lang="es-ES" sz="2500" b="0" strike="noStrike" spc="-1">
              <a:solidFill>
                <a:srgbClr val="000000"/>
              </a:solidFill>
              <a:latin typeface="Arial"/>
            </a:endParaRPr>
          </a:p>
          <a:p>
            <a:pPr algn="ctr" defTabSz="914400">
              <a:lnSpc>
                <a:spcPct val="100000"/>
              </a:lnSpc>
              <a:tabLst>
                <a:tab pos="0" algn="l"/>
              </a:tabLst>
            </a:pPr>
            <a:endParaRPr lang="es-ES" sz="2500" b="0" strike="noStrike" spc="-1">
              <a:solidFill>
                <a:srgbClr val="000000"/>
              </a:solidFill>
              <a:latin typeface="Arial"/>
            </a:endParaRPr>
          </a:p>
          <a:p>
            <a:pPr algn="ctr" defTabSz="914400">
              <a:lnSpc>
                <a:spcPct val="100000"/>
              </a:lnSpc>
              <a:tabLst>
                <a:tab pos="0" algn="l"/>
              </a:tabLst>
            </a:pPr>
            <a:r>
              <a:rPr lang="es-ES" sz="2500" b="1" strike="noStrike" spc="-1">
                <a:solidFill>
                  <a:srgbClr val="143C64"/>
                </a:solidFill>
                <a:latin typeface="Century Gothic"/>
                <a:ea typeface="DejaVu Sans"/>
              </a:rPr>
              <a:t>Ahorramos tiempo en programación,</a:t>
            </a:r>
            <a:endParaRPr lang="es-ES" sz="2500" b="0" strike="noStrike" spc="-1">
              <a:solidFill>
                <a:srgbClr val="000000"/>
              </a:solidFill>
              <a:latin typeface="Arial"/>
            </a:endParaRPr>
          </a:p>
          <a:p>
            <a:pPr algn="ctr" defTabSz="914400">
              <a:lnSpc>
                <a:spcPct val="100000"/>
              </a:lnSpc>
              <a:tabLst>
                <a:tab pos="0" algn="l"/>
              </a:tabLst>
            </a:pPr>
            <a:r>
              <a:rPr lang="es-ES" sz="2500" b="1" strike="noStrike" spc="-1">
                <a:solidFill>
                  <a:srgbClr val="143C64"/>
                </a:solidFill>
                <a:latin typeface="Century Gothic"/>
                <a:ea typeface="DejaVu Sans"/>
              </a:rPr>
              <a:t>pero lo invertimos en supervisión y comprobación.</a:t>
            </a:r>
            <a:endParaRPr lang="es-ES" sz="2500" b="0" strike="noStrike" spc="-1">
              <a:solidFill>
                <a:srgbClr val="000000"/>
              </a:solidFill>
              <a:latin typeface="Arial"/>
            </a:endParaRPr>
          </a:p>
        </p:txBody>
      </p:sp>
      <p:sp>
        <p:nvSpPr>
          <p:cNvPr id="356" name="Google Shape;306;p29"/>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357" name="Google Shape;307;p29"/>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TÍTULO / TITLE</a:t>
            </a:r>
            <a:endParaRPr lang="es-ES" sz="2000" b="0" strike="noStrike" spc="-1">
              <a:solidFill>
                <a:srgbClr val="000000"/>
              </a:solidFill>
              <a:latin typeface="Arial"/>
            </a:endParaRPr>
          </a:p>
        </p:txBody>
      </p:sp>
      <p:sp>
        <p:nvSpPr>
          <p:cNvPr id="358" name="Google Shape;308;p29"/>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Subtítulo / Subtitle</a:t>
            </a:r>
            <a:endParaRPr lang="es-ES" sz="1600" b="0" strike="noStrike" spc="-1">
              <a:solidFill>
                <a:srgbClr val="000000"/>
              </a:solidFill>
              <a:latin typeface="Arial"/>
            </a:endParaRPr>
          </a:p>
        </p:txBody>
      </p:sp>
      <p:sp>
        <p:nvSpPr>
          <p:cNvPr id="359" name="Google Shape;309;p29"/>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09</a:t>
            </a:r>
            <a:endParaRPr lang="es-ES" sz="5000" b="0" strike="noStrike" spc="-1">
              <a:solidFill>
                <a:srgbClr val="000000"/>
              </a:solidFill>
              <a:latin typeface="Arial"/>
            </a:endParaRPr>
          </a:p>
        </p:txBody>
      </p:sp>
      <p:cxnSp>
        <p:nvCxnSpPr>
          <p:cNvPr id="360" name="Google Shape;310;p29"/>
          <p:cNvCxnSpPr/>
          <p:nvPr/>
        </p:nvCxnSpPr>
        <p:spPr>
          <a:xfrm flipV="1">
            <a:off x="1358640" y="618840"/>
            <a:ext cx="11880" cy="687960"/>
          </a:xfrm>
          <a:prstGeom prst="straightConnector1">
            <a:avLst/>
          </a:prstGeom>
          <a:ln w="19080">
            <a:solidFill>
              <a:srgbClr val="179AD7"/>
            </a:solidFill>
            <a:miter/>
          </a:ln>
        </p:spPr>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361" name="Google Shape;132;p16"/>
          <p:cNvSpPr/>
          <p:nvPr/>
        </p:nvSpPr>
        <p:spPr>
          <a:xfrm>
            <a:off x="619920" y="4273560"/>
            <a:ext cx="2863800" cy="470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500" b="1" strike="noStrike" spc="-1">
                <a:solidFill>
                  <a:srgbClr val="363E61"/>
                </a:solidFill>
                <a:latin typeface="Century Gothic"/>
                <a:ea typeface="Century Gothic"/>
              </a:rPr>
              <a:t>Referencias</a:t>
            </a:r>
            <a:endParaRPr lang="es-ES" sz="2500" b="0" strike="noStrike" spc="-1">
              <a:solidFill>
                <a:srgbClr val="000000"/>
              </a:solidFill>
              <a:latin typeface="Arial"/>
            </a:endParaRPr>
          </a:p>
        </p:txBody>
      </p:sp>
      <p:sp>
        <p:nvSpPr>
          <p:cNvPr id="362" name="Google Shape;133;p16"/>
          <p:cNvSpPr/>
          <p:nvPr/>
        </p:nvSpPr>
        <p:spPr>
          <a:xfrm>
            <a:off x="618120" y="3082320"/>
            <a:ext cx="113832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6000" b="1" strike="noStrike" spc="-1">
                <a:solidFill>
                  <a:srgbClr val="363E61"/>
                </a:solidFill>
                <a:latin typeface="Century Gothic"/>
                <a:ea typeface="Century Gothic"/>
              </a:rPr>
              <a:t>10</a:t>
            </a:r>
            <a:endParaRPr lang="es-ES" sz="6000" b="0" strike="noStrike" spc="-1">
              <a:solidFill>
                <a:srgbClr val="000000"/>
              </a:solidFill>
              <a:latin typeface="Arial"/>
            </a:endParaRPr>
          </a:p>
        </p:txBody>
      </p:sp>
      <p:cxnSp>
        <p:nvCxnSpPr>
          <p:cNvPr id="363" name="Google Shape;134;p16"/>
          <p:cNvCxnSpPr/>
          <p:nvPr/>
        </p:nvCxnSpPr>
        <p:spPr>
          <a:xfrm flipV="1">
            <a:off x="651960" y="3987720"/>
            <a:ext cx="873360" cy="25560"/>
          </a:xfrm>
          <a:prstGeom prst="straightConnector1">
            <a:avLst/>
          </a:prstGeom>
          <a:ln w="19080">
            <a:solidFill>
              <a:srgbClr val="179AD7"/>
            </a:solidFill>
            <a:miter/>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Google Shape;381;p33"/>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365" name="Google Shape;382;p33"/>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REFERENCIAS</a:t>
            </a:r>
            <a:endParaRPr lang="es-ES" sz="2000" b="0" strike="noStrike" spc="-1">
              <a:solidFill>
                <a:srgbClr val="000000"/>
              </a:solidFill>
              <a:latin typeface="Arial"/>
            </a:endParaRPr>
          </a:p>
        </p:txBody>
      </p:sp>
      <p:sp>
        <p:nvSpPr>
          <p:cNvPr id="366" name="Google Shape;383;p33"/>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Enlaces de interés (I)</a:t>
            </a:r>
            <a:endParaRPr lang="es-ES" sz="1600" b="0" strike="noStrike" spc="-1">
              <a:solidFill>
                <a:srgbClr val="000000"/>
              </a:solidFill>
              <a:latin typeface="Arial"/>
            </a:endParaRPr>
          </a:p>
        </p:txBody>
      </p:sp>
      <p:sp>
        <p:nvSpPr>
          <p:cNvPr id="367" name="Google Shape;384;p33"/>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10</a:t>
            </a:r>
            <a:endParaRPr lang="es-ES" sz="5000" b="0" strike="noStrike" spc="-1">
              <a:solidFill>
                <a:srgbClr val="000000"/>
              </a:solidFill>
              <a:latin typeface="Arial"/>
            </a:endParaRPr>
          </a:p>
        </p:txBody>
      </p:sp>
      <p:cxnSp>
        <p:nvCxnSpPr>
          <p:cNvPr id="368" name="Google Shape;385;p33"/>
          <p:cNvCxnSpPr/>
          <p:nvPr/>
        </p:nvCxnSpPr>
        <p:spPr>
          <a:xfrm flipV="1">
            <a:off x="1358640" y="618840"/>
            <a:ext cx="11880" cy="687960"/>
          </a:xfrm>
          <a:prstGeom prst="straightConnector1">
            <a:avLst/>
          </a:prstGeom>
          <a:ln w="19080">
            <a:solidFill>
              <a:srgbClr val="179AD7"/>
            </a:solidFill>
            <a:miter/>
          </a:ln>
        </p:spPr>
      </p:cxnSp>
      <p:sp>
        <p:nvSpPr>
          <p:cNvPr id="369" name="Google Shape;391;p33"/>
          <p:cNvSpPr/>
          <p:nvPr/>
        </p:nvSpPr>
        <p:spPr>
          <a:xfrm>
            <a:off x="725760" y="1858680"/>
            <a:ext cx="11223360" cy="4153209"/>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45000" anchor="t">
            <a:spAutoFit/>
          </a:bodyPr>
          <a:lstStyle/>
          <a:p>
            <a:pPr defTabSz="914400">
              <a:lnSpc>
                <a:spcPct val="150000"/>
              </a:lnSpc>
            </a:pPr>
            <a:endParaRPr lang="es-ES" sz="2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2"/>
              </a:rPr>
              <a:t>https://en.wikipedia.org/wiki/Vibe_coding</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3"/>
              </a:rPr>
              <a:t>https://github.com/PatrickJS/awesome-cursorrules</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4"/>
              </a:rPr>
              <a:t>https://www.youtube.com/watch?v=cE84Q5IRR6U</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5"/>
              </a:rPr>
              <a:t>https://www.youtube.com/watch?v=bg4z70cOOF4</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6"/>
              </a:rPr>
              <a:t>https://www.youtube.com/watch?v=YWwS911iLhg</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7"/>
              </a:rPr>
              <a:t>https://www.youtube.com/watch?v=h2giTZogX0M</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2"/>
              </a:rPr>
              <a:t>https://computerhoy.20minutos.es/tecnologia/programadores-alian-ia-pero-podrian-estar-cavando-propia-tumba-estoy-cuatro-proyectos-vez-aunque-realidad-1467087</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8"/>
              </a:rPr>
              <a:t>https://es.wired.com/articulos/vibe-coding-asi-es-como-la-ia-esta-cambiando-la-industria-de-la-programacion</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9"/>
              </a:rPr>
              <a:t>https://youtu.be/as9N6_b732I?si=75hhhtGL5sOFF7w6</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10"/>
              </a:rPr>
              <a:t>https://platform.openai.com/docs/guides/gpt-best-practices</a:t>
            </a:r>
            <a:endParaRPr lang="es-ES" sz="1600" b="0" strike="noStrike" spc="-1" dirty="0">
              <a:solidFill>
                <a:srgbClr val="000000"/>
              </a:solidFill>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Google Shape;381;p 2"/>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371" name="Google Shape;382;p 2"/>
          <p:cNvSpPr/>
          <p:nvPr/>
        </p:nvSpPr>
        <p:spPr>
          <a:xfrm>
            <a:off x="1376280" y="607680"/>
            <a:ext cx="7833960" cy="39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2000" b="1" strike="noStrike" spc="-1">
                <a:solidFill>
                  <a:srgbClr val="143C64"/>
                </a:solidFill>
                <a:latin typeface="Century Gothic"/>
                <a:ea typeface="Century Gothic"/>
              </a:rPr>
              <a:t>REFERENCIAS</a:t>
            </a:r>
            <a:endParaRPr lang="es-ES" sz="2000" b="0" strike="noStrike" spc="-1">
              <a:solidFill>
                <a:srgbClr val="000000"/>
              </a:solidFill>
              <a:latin typeface="Arial"/>
            </a:endParaRPr>
          </a:p>
        </p:txBody>
      </p:sp>
      <p:sp>
        <p:nvSpPr>
          <p:cNvPr id="372" name="Google Shape;383;p 2"/>
          <p:cNvSpPr/>
          <p:nvPr/>
        </p:nvSpPr>
        <p:spPr>
          <a:xfrm>
            <a:off x="1375920" y="1002960"/>
            <a:ext cx="810252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1600" b="0" strike="noStrike" spc="-1">
                <a:solidFill>
                  <a:srgbClr val="143C64"/>
                </a:solidFill>
                <a:latin typeface="Century Gothic"/>
                <a:ea typeface="Century Gothic"/>
              </a:rPr>
              <a:t>Enlaces de interés (II)</a:t>
            </a:r>
            <a:endParaRPr lang="es-ES" sz="1600" b="0" strike="noStrike" spc="-1">
              <a:solidFill>
                <a:srgbClr val="000000"/>
              </a:solidFill>
              <a:latin typeface="Arial"/>
            </a:endParaRPr>
          </a:p>
        </p:txBody>
      </p:sp>
      <p:sp>
        <p:nvSpPr>
          <p:cNvPr id="373" name="Google Shape;384;p 2"/>
          <p:cNvSpPr/>
          <p:nvPr/>
        </p:nvSpPr>
        <p:spPr>
          <a:xfrm>
            <a:off x="530280" y="509400"/>
            <a:ext cx="914400" cy="85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tabLst>
                <a:tab pos="0" algn="l"/>
              </a:tabLst>
            </a:pPr>
            <a:r>
              <a:rPr lang="es-ES" sz="5000" b="1" strike="noStrike" spc="-1">
                <a:solidFill>
                  <a:srgbClr val="363E61"/>
                </a:solidFill>
                <a:latin typeface="Century Gothic"/>
                <a:ea typeface="Century Gothic"/>
              </a:rPr>
              <a:t>10</a:t>
            </a:r>
            <a:endParaRPr lang="es-ES" sz="5000" b="0" strike="noStrike" spc="-1">
              <a:solidFill>
                <a:srgbClr val="000000"/>
              </a:solidFill>
              <a:latin typeface="Arial"/>
            </a:endParaRPr>
          </a:p>
        </p:txBody>
      </p:sp>
      <p:cxnSp>
        <p:nvCxnSpPr>
          <p:cNvPr id="374" name="Google Shape;385;p 2"/>
          <p:cNvCxnSpPr/>
          <p:nvPr/>
        </p:nvCxnSpPr>
        <p:spPr>
          <a:xfrm flipV="1">
            <a:off x="1358640" y="618840"/>
            <a:ext cx="11880" cy="687960"/>
          </a:xfrm>
          <a:prstGeom prst="straightConnector1">
            <a:avLst/>
          </a:prstGeom>
          <a:ln w="19080">
            <a:solidFill>
              <a:srgbClr val="179AD7"/>
            </a:solidFill>
            <a:miter/>
          </a:ln>
        </p:spPr>
      </p:cxnSp>
      <p:sp>
        <p:nvSpPr>
          <p:cNvPr id="375" name="Google Shape;391;p 2"/>
          <p:cNvSpPr/>
          <p:nvPr/>
        </p:nvSpPr>
        <p:spPr>
          <a:xfrm>
            <a:off x="725760" y="1858680"/>
            <a:ext cx="11223360" cy="4523374"/>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45000" anchor="t">
            <a:spAutoFit/>
          </a:bodyPr>
          <a:lstStyle/>
          <a:p>
            <a:pPr defTabSz="914400">
              <a:lnSpc>
                <a:spcPct val="150000"/>
              </a:lnSpc>
            </a:pPr>
            <a:endParaRPr lang="es-ES" sz="2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2"/>
              </a:rPr>
              <a:t>https://www.youtube.com/watch?v=cMLqa7cJ64I</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3"/>
              </a:rPr>
              <a:t>https://www.xataka.com/robotica-e-ia/este-desarrollador-se-prometia-felices-usando-ia-para-programar-que-ia-borro-toda-base-datos-su-app</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4"/>
              </a:rPr>
              <a:t>https://www.genbeta.com/desarrollo/mucho-mejor-que-cursor-kiro-nuevo-editor-codigo-amazon-para-programadores-que-integra-vibe-coding</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5"/>
              </a:rPr>
              <a:t>https://www.xataka.com/robotica-e-ia/desarrolladores-experiencia-esperaban-mejorar-su-productividad-ia-estudio-mostro-justo-contrario</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u="sng" strike="noStrike" spc="-1" dirty="0">
                <a:solidFill>
                  <a:schemeClr val="dk1"/>
                </a:solidFill>
                <a:uFillTx/>
                <a:latin typeface="Tahoma"/>
                <a:ea typeface="Tahoma"/>
                <a:hlinkClick r:id="rId6"/>
              </a:rPr>
              <a:t>https://www.tomsguide.com/ai/vibe-coding</a:t>
            </a:r>
            <a:endParaRPr lang="es-ES" sz="1600" b="0" u="sng" strike="noStrike" spc="-1" dirty="0">
              <a:solidFill>
                <a:schemeClr val="dk1"/>
              </a:solidFill>
              <a:uFillTx/>
              <a:latin typeface="Tahoma"/>
              <a:ea typeface="Tahoma"/>
            </a:endParaRPr>
          </a:p>
          <a:p>
            <a:pPr marL="285840" indent="-285840" defTabSz="914400">
              <a:lnSpc>
                <a:spcPct val="150000"/>
              </a:lnSpc>
              <a:buClr>
                <a:srgbClr val="156082"/>
              </a:buClr>
              <a:buFont typeface="Arial"/>
              <a:buChar char="•"/>
            </a:pPr>
            <a:r>
              <a:rPr lang="es-ES" sz="1600" b="0" strike="noStrike" spc="-1" dirty="0">
                <a:solidFill>
                  <a:srgbClr val="000000"/>
                </a:solidFill>
                <a:latin typeface="Arial"/>
                <a:hlinkClick r:id="rId7"/>
              </a:rPr>
              <a:t>https://www.genbeta.com/desarrollo/vibe-coding-revolucion-para-ser-productivo-programadores-senior-se-sienten-nineras-codigo</a:t>
            </a:r>
            <a:endParaRPr lang="es-ES" sz="1600" u="sng" spc="-1" dirty="0">
              <a:solidFill>
                <a:schemeClr val="dk1"/>
              </a:solidFill>
              <a:latin typeface="Tahoma"/>
              <a:ea typeface="Tahoma"/>
            </a:endParaRPr>
          </a:p>
          <a:p>
            <a:pPr marL="285840" indent="-285840" defTabSz="914400">
              <a:lnSpc>
                <a:spcPct val="150000"/>
              </a:lnSpc>
              <a:buClr>
                <a:srgbClr val="156082"/>
              </a:buClr>
              <a:buFont typeface="Arial"/>
              <a:buChar char="•"/>
            </a:pPr>
            <a:r>
              <a:rPr lang="es-ES" sz="1600" b="0" strike="noStrike" spc="-1" dirty="0">
                <a:solidFill>
                  <a:srgbClr val="000000"/>
                </a:solidFill>
                <a:latin typeface="Arial"/>
                <a:hlinkClick r:id="rId8"/>
              </a:rPr>
              <a:t>https://youtu.be/pSkKSEwJaX0?si=MTv6McTZbFziJXmh</a:t>
            </a:r>
            <a:endParaRPr lang="es-ES" sz="1600" b="0" strike="noStrike" spc="-1" dirty="0">
              <a:solidFill>
                <a:srgbClr val="000000"/>
              </a:solidFill>
              <a:latin typeface="Arial"/>
            </a:endParaRPr>
          </a:p>
          <a:p>
            <a:pPr marL="285840" indent="-285840" defTabSz="914400">
              <a:lnSpc>
                <a:spcPct val="150000"/>
              </a:lnSpc>
              <a:buClr>
                <a:srgbClr val="156082"/>
              </a:buClr>
              <a:buFont typeface="Arial"/>
              <a:buChar char="•"/>
            </a:pPr>
            <a:r>
              <a:rPr lang="es-ES" sz="1600" b="0" strike="noStrike" spc="-1" dirty="0">
                <a:solidFill>
                  <a:srgbClr val="000000"/>
                </a:solidFill>
                <a:latin typeface="Arial"/>
                <a:hlinkClick r:id="rId9"/>
              </a:rPr>
              <a:t>https://youtu.be/cMLqa7cJ64I?si=oJqrb7OF-zShyIWC</a:t>
            </a:r>
            <a:endParaRPr lang="es-ES" sz="1600" spc="-1" dirty="0">
              <a:solidFill>
                <a:srgbClr val="000000"/>
              </a:solidFill>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376" name="Google Shape;156;p19"/>
          <p:cNvSpPr/>
          <p:nvPr/>
        </p:nvSpPr>
        <p:spPr>
          <a:xfrm>
            <a:off x="4554000" y="1501560"/>
            <a:ext cx="6127560" cy="1142280"/>
          </a:xfrm>
          <a:prstGeom prst="rect">
            <a:avLst/>
          </a:prstGeom>
          <a:noFill/>
          <a:ln w="0">
            <a:noFill/>
          </a:ln>
        </p:spPr>
        <p:style>
          <a:lnRef idx="0">
            <a:scrgbClr r="0" g="0" b="0"/>
          </a:lnRef>
          <a:fillRef idx="0">
            <a:scrgbClr r="0" g="0" b="0"/>
          </a:fillRef>
          <a:effectRef idx="0">
            <a:scrgbClr r="0" g="0" b="0"/>
          </a:effectRef>
          <a:fontRef idx="minor"/>
        </p:style>
        <p:txBody>
          <a:bodyPr lIns="0" tIns="0" rIns="90000" bIns="0" anchor="t">
            <a:spAutoFit/>
          </a:bodyPr>
          <a:lstStyle/>
          <a:p>
            <a:pPr defTabSz="914400">
              <a:lnSpc>
                <a:spcPct val="100000"/>
              </a:lnSpc>
              <a:tabLst>
                <a:tab pos="0" algn="l"/>
              </a:tabLst>
            </a:pPr>
            <a:endParaRPr lang="es-ES" sz="2500" b="0" strike="noStrike" spc="-1">
              <a:solidFill>
                <a:srgbClr val="000000"/>
              </a:solidFill>
              <a:latin typeface="Arial"/>
            </a:endParaRPr>
          </a:p>
          <a:p>
            <a:pPr defTabSz="914400">
              <a:lnSpc>
                <a:spcPct val="100000"/>
              </a:lnSpc>
              <a:tabLst>
                <a:tab pos="0" algn="l"/>
              </a:tabLst>
            </a:pPr>
            <a:r>
              <a:rPr lang="es-ES" sz="2500" b="1" strike="noStrike" spc="-1">
                <a:solidFill>
                  <a:srgbClr val="363E61"/>
                </a:solidFill>
                <a:latin typeface="Century Gothic"/>
                <a:ea typeface="Century Gothic"/>
              </a:rPr>
              <a:t>Gracias a nuestros Sponsors PLATINO</a:t>
            </a:r>
            <a:endParaRPr lang="es-ES" sz="2500" b="0" strike="noStrike" spc="-1">
              <a:solidFill>
                <a:srgbClr val="000000"/>
              </a:solidFill>
              <a:latin typeface="Arial"/>
            </a:endParaRPr>
          </a:p>
          <a:p>
            <a:pPr defTabSz="914400">
              <a:lnSpc>
                <a:spcPct val="100000"/>
              </a:lnSpc>
              <a:tabLst>
                <a:tab pos="0" algn="l"/>
              </a:tabLst>
            </a:pPr>
            <a:r>
              <a:rPr lang="es-ES" sz="2500" b="1" strike="noStrike" spc="-1">
                <a:solidFill>
                  <a:srgbClr val="363E61"/>
                </a:solidFill>
                <a:latin typeface="Century Gothic"/>
                <a:ea typeface="Century Gothic"/>
              </a:rPr>
              <a:t>Thanks to our PLATINUM Sponsors</a:t>
            </a:r>
            <a:endParaRPr lang="es-ES" sz="2500" b="0" strike="noStrike" spc="-1">
              <a:solidFill>
                <a:srgbClr val="000000"/>
              </a:solidFill>
              <a:latin typeface="Arial"/>
            </a:endParaRPr>
          </a:p>
        </p:txBody>
      </p:sp>
      <p:sp>
        <p:nvSpPr>
          <p:cNvPr id="377" name="Google Shape;157;p19"/>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pic>
        <p:nvPicPr>
          <p:cNvPr id="378" name="Google Shape;158;p19"/>
          <p:cNvPicPr/>
          <p:nvPr/>
        </p:nvPicPr>
        <p:blipFill>
          <a:blip r:embed="rId4"/>
          <a:stretch/>
        </p:blipFill>
        <p:spPr>
          <a:xfrm flipH="1">
            <a:off x="1618560" y="1645560"/>
            <a:ext cx="2631600" cy="3434400"/>
          </a:xfrm>
          <a:prstGeom prst="rect">
            <a:avLst/>
          </a:prstGeom>
          <a:ln w="0">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379" name="Google Shape;164;p20"/>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380" name="Google Shape;165;p20"/>
          <p:cNvSpPr/>
          <p:nvPr/>
        </p:nvSpPr>
        <p:spPr>
          <a:xfrm>
            <a:off x="1228436" y="4107976"/>
            <a:ext cx="9652000" cy="769441"/>
          </a:xfrm>
          <a:prstGeom prst="rect">
            <a:avLst/>
          </a:prstGeom>
          <a:noFill/>
          <a:ln w="0">
            <a:noFill/>
          </a:ln>
        </p:spPr>
        <p:style>
          <a:lnRef idx="0">
            <a:scrgbClr r="0" g="0" b="0"/>
          </a:lnRef>
          <a:fillRef idx="0">
            <a:scrgbClr r="0" g="0" b="0"/>
          </a:fillRef>
          <a:effectRef idx="0">
            <a:scrgbClr r="0" g="0" b="0"/>
          </a:effectRef>
          <a:fontRef idx="minor"/>
        </p:style>
        <p:txBody>
          <a:bodyPr wrap="square" lIns="0" tIns="0" rIns="90000" bIns="0" anchor="t">
            <a:spAutoFit/>
          </a:bodyPr>
          <a:lstStyle/>
          <a:p>
            <a:pPr algn="ctr" defTabSz="914400">
              <a:lnSpc>
                <a:spcPct val="100000"/>
              </a:lnSpc>
              <a:tabLst>
                <a:tab pos="0" algn="l"/>
              </a:tabLst>
            </a:pPr>
            <a:r>
              <a:rPr lang="es-ES" sz="2500" b="1" strike="noStrike" spc="-1" dirty="0">
                <a:solidFill>
                  <a:srgbClr val="363E61"/>
                </a:solidFill>
                <a:latin typeface="Century Gothic"/>
                <a:ea typeface="Century Gothic"/>
              </a:rPr>
              <a:t>Gracias a nuestros Sponsors PLATINO, ORO, PLATA y BRONCE</a:t>
            </a:r>
            <a:endParaRPr lang="es-ES" sz="2500" b="0" strike="noStrike" spc="-1" dirty="0">
              <a:solidFill>
                <a:srgbClr val="000000"/>
              </a:solidFill>
              <a:latin typeface="Arial"/>
            </a:endParaRPr>
          </a:p>
          <a:p>
            <a:pPr algn="ctr" defTabSz="914400">
              <a:lnSpc>
                <a:spcPct val="100000"/>
              </a:lnSpc>
              <a:tabLst>
                <a:tab pos="0" algn="l"/>
              </a:tabLst>
            </a:pPr>
            <a:r>
              <a:rPr lang="es-ES" sz="2500" b="1" strike="noStrike" spc="-1" dirty="0" err="1">
                <a:solidFill>
                  <a:srgbClr val="363E61"/>
                </a:solidFill>
                <a:latin typeface="Century Gothic"/>
                <a:ea typeface="Century Gothic"/>
              </a:rPr>
              <a:t>Thanks</a:t>
            </a:r>
            <a:r>
              <a:rPr lang="es-ES" sz="2500" b="1" strike="noStrike" spc="-1" dirty="0">
                <a:solidFill>
                  <a:srgbClr val="363E61"/>
                </a:solidFill>
                <a:latin typeface="Century Gothic"/>
                <a:ea typeface="Century Gothic"/>
              </a:rPr>
              <a:t> </a:t>
            </a:r>
            <a:r>
              <a:rPr lang="es-ES" sz="2500" b="1" strike="noStrike" spc="-1" dirty="0" err="1">
                <a:solidFill>
                  <a:srgbClr val="363E61"/>
                </a:solidFill>
                <a:latin typeface="Century Gothic"/>
                <a:ea typeface="Century Gothic"/>
              </a:rPr>
              <a:t>to</a:t>
            </a:r>
            <a:r>
              <a:rPr lang="es-ES" sz="2500" b="1" strike="noStrike" spc="-1" dirty="0">
                <a:solidFill>
                  <a:srgbClr val="363E61"/>
                </a:solidFill>
                <a:latin typeface="Century Gothic"/>
                <a:ea typeface="Century Gothic"/>
              </a:rPr>
              <a:t> </a:t>
            </a:r>
            <a:r>
              <a:rPr lang="es-ES" sz="2500" b="1" strike="noStrike" spc="-1" dirty="0" err="1">
                <a:solidFill>
                  <a:srgbClr val="363E61"/>
                </a:solidFill>
                <a:latin typeface="Century Gothic"/>
                <a:ea typeface="Century Gothic"/>
              </a:rPr>
              <a:t>our</a:t>
            </a:r>
            <a:r>
              <a:rPr lang="es-ES" sz="2500" b="1" strike="noStrike" spc="-1" dirty="0">
                <a:solidFill>
                  <a:srgbClr val="363E61"/>
                </a:solidFill>
                <a:latin typeface="Century Gothic"/>
                <a:ea typeface="Century Gothic"/>
              </a:rPr>
              <a:t> PLATINUM, GOLD, SILVER and BRONZE Sponsors</a:t>
            </a:r>
            <a:endParaRPr lang="es-ES" sz="2500" b="0" strike="noStrike" spc="-1" dirty="0">
              <a:solidFill>
                <a:srgbClr val="000000"/>
              </a:solidFill>
              <a:latin typeface="Arial"/>
            </a:endParaRPr>
          </a:p>
        </p:txBody>
      </p:sp>
      <p:pic>
        <p:nvPicPr>
          <p:cNvPr id="381" name="Google Shape;166;p20"/>
          <p:cNvPicPr/>
          <p:nvPr/>
        </p:nvPicPr>
        <p:blipFill>
          <a:blip r:embed="rId4"/>
          <a:stretch/>
        </p:blipFill>
        <p:spPr>
          <a:xfrm>
            <a:off x="4717612" y="2376116"/>
            <a:ext cx="1049760" cy="1361160"/>
          </a:xfrm>
          <a:prstGeom prst="rect">
            <a:avLst/>
          </a:prstGeom>
          <a:ln w="0">
            <a:noFill/>
          </a:ln>
        </p:spPr>
      </p:pic>
      <p:pic>
        <p:nvPicPr>
          <p:cNvPr id="382" name="Google Shape;167;p20"/>
          <p:cNvPicPr/>
          <p:nvPr/>
        </p:nvPicPr>
        <p:blipFill>
          <a:blip r:embed="rId5"/>
          <a:stretch/>
        </p:blipFill>
        <p:spPr>
          <a:xfrm>
            <a:off x="6250492" y="2376116"/>
            <a:ext cx="1049760" cy="1361160"/>
          </a:xfrm>
          <a:prstGeom prst="rect">
            <a:avLst/>
          </a:prstGeom>
          <a:ln w="0">
            <a:noFill/>
          </a:ln>
        </p:spPr>
      </p:pic>
      <p:pic>
        <p:nvPicPr>
          <p:cNvPr id="383" name="Google Shape;168;p20"/>
          <p:cNvPicPr/>
          <p:nvPr/>
        </p:nvPicPr>
        <p:blipFill>
          <a:blip r:embed="rId6"/>
          <a:stretch/>
        </p:blipFill>
        <p:spPr>
          <a:xfrm>
            <a:off x="7756732" y="2376116"/>
            <a:ext cx="1049760" cy="1361160"/>
          </a:xfrm>
          <a:prstGeom prst="rect">
            <a:avLst/>
          </a:prstGeom>
          <a:ln w="0">
            <a:noFill/>
          </a:ln>
        </p:spPr>
      </p:pic>
      <p:pic>
        <p:nvPicPr>
          <p:cNvPr id="7" name="Google Shape;158;p19">
            <a:extLst>
              <a:ext uri="{FF2B5EF4-FFF2-40B4-BE49-F238E27FC236}">
                <a16:creationId xmlns:a16="http://schemas.microsoft.com/office/drawing/2014/main" id="{7D1C84D7-A44D-495B-B57B-D6A31FF710C4}"/>
              </a:ext>
            </a:extLst>
          </p:cNvPr>
          <p:cNvPicPr>
            <a:picLocks noChangeAspect="1"/>
          </p:cNvPicPr>
          <p:nvPr/>
        </p:nvPicPr>
        <p:blipFill>
          <a:blip r:embed="rId7"/>
          <a:stretch/>
        </p:blipFill>
        <p:spPr>
          <a:xfrm flipH="1">
            <a:off x="3191783" y="2376476"/>
            <a:ext cx="1042709" cy="1360800"/>
          </a:xfrm>
          <a:prstGeom prst="rect">
            <a:avLst/>
          </a:prstGeom>
          <a:ln w="0">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379" name="Google Shape;164;p20"/>
          <p:cNvSpPr/>
          <p:nvPr/>
        </p:nvSpPr>
        <p:spPr>
          <a:xfrm>
            <a:off x="315720" y="6425280"/>
            <a:ext cx="115480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400" b="1" strike="noStrike" spc="-1">
                <a:solidFill>
                  <a:schemeClr val="lt1"/>
                </a:solidFill>
                <a:latin typeface="Open Sans"/>
                <a:ea typeface="Open Sans"/>
              </a:rPr>
              <a:t>#DrupalCampSpain2025</a:t>
            </a:r>
            <a:endParaRPr lang="es-ES" sz="1400" b="0" strike="noStrike" spc="-1">
              <a:solidFill>
                <a:srgbClr val="000000"/>
              </a:solidFill>
              <a:latin typeface="Arial"/>
            </a:endParaRPr>
          </a:p>
          <a:p>
            <a:pPr defTabSz="914400">
              <a:lnSpc>
                <a:spcPct val="100000"/>
              </a:lnSpc>
              <a:tabLst>
                <a:tab pos="0" algn="l"/>
              </a:tabLst>
            </a:pPr>
            <a:endParaRPr lang="es-ES" sz="1400" b="0" strike="noStrike" spc="-1">
              <a:solidFill>
                <a:srgbClr val="000000"/>
              </a:solidFill>
              <a:latin typeface="Arial"/>
            </a:endParaRPr>
          </a:p>
        </p:txBody>
      </p:sp>
      <p:sp>
        <p:nvSpPr>
          <p:cNvPr id="37" name="Google Shape;165;p20">
            <a:extLst>
              <a:ext uri="{FF2B5EF4-FFF2-40B4-BE49-F238E27FC236}">
                <a16:creationId xmlns:a16="http://schemas.microsoft.com/office/drawing/2014/main" id="{B55AF15F-D486-49A6-B642-BE47434F6666}"/>
              </a:ext>
            </a:extLst>
          </p:cNvPr>
          <p:cNvSpPr/>
          <p:nvPr/>
        </p:nvSpPr>
        <p:spPr>
          <a:xfrm>
            <a:off x="1376024" y="1061120"/>
            <a:ext cx="984680" cy="276999"/>
          </a:xfrm>
          <a:prstGeom prst="rect">
            <a:avLst/>
          </a:prstGeom>
          <a:noFill/>
          <a:ln w="0">
            <a:noFill/>
          </a:ln>
        </p:spPr>
        <p:style>
          <a:lnRef idx="0">
            <a:scrgbClr r="0" g="0" b="0"/>
          </a:lnRef>
          <a:fillRef idx="0">
            <a:scrgbClr r="0" g="0" b="0"/>
          </a:fillRef>
          <a:effectRef idx="0">
            <a:scrgbClr r="0" g="0" b="0"/>
          </a:effectRef>
          <a:fontRef idx="minor"/>
        </p:style>
        <p:txBody>
          <a:bodyPr wrap="square" lIns="0" tIns="0" rIns="90000" bIns="0" anchor="t">
            <a:spAutoFit/>
          </a:bodyPr>
          <a:lstStyle/>
          <a:p>
            <a:pPr defTabSz="914400">
              <a:lnSpc>
                <a:spcPct val="100000"/>
              </a:lnSpc>
              <a:tabLst>
                <a:tab pos="0" algn="l"/>
              </a:tabLst>
            </a:pPr>
            <a:r>
              <a:rPr lang="es-ES" b="1" strike="noStrike" spc="-1" dirty="0">
                <a:solidFill>
                  <a:srgbClr val="363E61"/>
                </a:solidFill>
                <a:latin typeface="Century Gothic"/>
                <a:ea typeface="Century Gothic"/>
              </a:rPr>
              <a:t>Platino</a:t>
            </a:r>
            <a:endParaRPr lang="es-ES" b="0" strike="noStrike" spc="-1" dirty="0">
              <a:solidFill>
                <a:srgbClr val="000000"/>
              </a:solidFill>
              <a:latin typeface="Arial"/>
            </a:endParaRPr>
          </a:p>
        </p:txBody>
      </p:sp>
      <p:cxnSp>
        <p:nvCxnSpPr>
          <p:cNvPr id="38" name="Google Shape;264;p27">
            <a:extLst>
              <a:ext uri="{FF2B5EF4-FFF2-40B4-BE49-F238E27FC236}">
                <a16:creationId xmlns:a16="http://schemas.microsoft.com/office/drawing/2014/main" id="{5D0DB1F8-04E1-4834-AB4D-60B3B57BE69B}"/>
              </a:ext>
            </a:extLst>
          </p:cNvPr>
          <p:cNvCxnSpPr>
            <a:cxnSpLocks/>
          </p:cNvCxnSpPr>
          <p:nvPr/>
        </p:nvCxnSpPr>
        <p:spPr>
          <a:xfrm>
            <a:off x="859520" y="1791628"/>
            <a:ext cx="10409115" cy="69127"/>
          </a:xfrm>
          <a:prstGeom prst="straightConnector1">
            <a:avLst/>
          </a:prstGeom>
          <a:ln w="12600">
            <a:solidFill>
              <a:schemeClr val="bg1">
                <a:lumMod val="75000"/>
              </a:schemeClr>
            </a:solidFill>
            <a:miter/>
          </a:ln>
        </p:spPr>
      </p:cxnSp>
      <p:sp>
        <p:nvSpPr>
          <p:cNvPr id="41" name="Google Shape;165;p20">
            <a:extLst>
              <a:ext uri="{FF2B5EF4-FFF2-40B4-BE49-F238E27FC236}">
                <a16:creationId xmlns:a16="http://schemas.microsoft.com/office/drawing/2014/main" id="{38289AC4-3500-499A-9D4E-4457EE82F044}"/>
              </a:ext>
            </a:extLst>
          </p:cNvPr>
          <p:cNvSpPr/>
          <p:nvPr/>
        </p:nvSpPr>
        <p:spPr>
          <a:xfrm>
            <a:off x="1376024" y="2301971"/>
            <a:ext cx="984680" cy="276999"/>
          </a:xfrm>
          <a:prstGeom prst="rect">
            <a:avLst/>
          </a:prstGeom>
          <a:noFill/>
          <a:ln w="0">
            <a:noFill/>
          </a:ln>
        </p:spPr>
        <p:style>
          <a:lnRef idx="0">
            <a:scrgbClr r="0" g="0" b="0"/>
          </a:lnRef>
          <a:fillRef idx="0">
            <a:scrgbClr r="0" g="0" b="0"/>
          </a:fillRef>
          <a:effectRef idx="0">
            <a:scrgbClr r="0" g="0" b="0"/>
          </a:effectRef>
          <a:fontRef idx="minor"/>
        </p:style>
        <p:txBody>
          <a:bodyPr wrap="square" lIns="0" tIns="0" rIns="90000" bIns="0" anchor="t">
            <a:spAutoFit/>
          </a:bodyPr>
          <a:lstStyle/>
          <a:p>
            <a:pPr defTabSz="914400">
              <a:lnSpc>
                <a:spcPct val="100000"/>
              </a:lnSpc>
              <a:tabLst>
                <a:tab pos="0" algn="l"/>
              </a:tabLst>
            </a:pPr>
            <a:r>
              <a:rPr lang="es-ES" b="1" strike="noStrike" spc="-1" dirty="0">
                <a:solidFill>
                  <a:srgbClr val="363E61"/>
                </a:solidFill>
                <a:latin typeface="Century Gothic"/>
                <a:ea typeface="Century Gothic"/>
              </a:rPr>
              <a:t>Oro</a:t>
            </a:r>
            <a:endParaRPr lang="es-ES" b="0" strike="noStrike" spc="-1" dirty="0">
              <a:solidFill>
                <a:srgbClr val="000000"/>
              </a:solidFill>
              <a:latin typeface="Arial"/>
            </a:endParaRPr>
          </a:p>
        </p:txBody>
      </p:sp>
      <p:cxnSp>
        <p:nvCxnSpPr>
          <p:cNvPr id="42" name="Google Shape;264;p27">
            <a:extLst>
              <a:ext uri="{FF2B5EF4-FFF2-40B4-BE49-F238E27FC236}">
                <a16:creationId xmlns:a16="http://schemas.microsoft.com/office/drawing/2014/main" id="{325364E7-694F-4CB1-B866-9647E4D61F72}"/>
              </a:ext>
            </a:extLst>
          </p:cNvPr>
          <p:cNvCxnSpPr>
            <a:cxnSpLocks/>
          </p:cNvCxnSpPr>
          <p:nvPr/>
        </p:nvCxnSpPr>
        <p:spPr>
          <a:xfrm>
            <a:off x="859520" y="3032479"/>
            <a:ext cx="10409115" cy="69127"/>
          </a:xfrm>
          <a:prstGeom prst="straightConnector1">
            <a:avLst/>
          </a:prstGeom>
          <a:ln w="12600">
            <a:solidFill>
              <a:schemeClr val="bg1">
                <a:lumMod val="75000"/>
              </a:schemeClr>
            </a:solidFill>
            <a:miter/>
          </a:ln>
        </p:spPr>
      </p:cxnSp>
      <p:sp>
        <p:nvSpPr>
          <p:cNvPr id="44" name="Google Shape;165;p20">
            <a:extLst>
              <a:ext uri="{FF2B5EF4-FFF2-40B4-BE49-F238E27FC236}">
                <a16:creationId xmlns:a16="http://schemas.microsoft.com/office/drawing/2014/main" id="{219C67B8-07F5-493C-A02E-07AB806B2A21}"/>
              </a:ext>
            </a:extLst>
          </p:cNvPr>
          <p:cNvSpPr/>
          <p:nvPr/>
        </p:nvSpPr>
        <p:spPr>
          <a:xfrm>
            <a:off x="1376024" y="3504090"/>
            <a:ext cx="984680" cy="276999"/>
          </a:xfrm>
          <a:prstGeom prst="rect">
            <a:avLst/>
          </a:prstGeom>
          <a:noFill/>
          <a:ln w="0">
            <a:noFill/>
          </a:ln>
        </p:spPr>
        <p:style>
          <a:lnRef idx="0">
            <a:scrgbClr r="0" g="0" b="0"/>
          </a:lnRef>
          <a:fillRef idx="0">
            <a:scrgbClr r="0" g="0" b="0"/>
          </a:fillRef>
          <a:effectRef idx="0">
            <a:scrgbClr r="0" g="0" b="0"/>
          </a:effectRef>
          <a:fontRef idx="minor"/>
        </p:style>
        <p:txBody>
          <a:bodyPr wrap="square" lIns="0" tIns="0" rIns="90000" bIns="0" anchor="t">
            <a:spAutoFit/>
          </a:bodyPr>
          <a:lstStyle/>
          <a:p>
            <a:pPr defTabSz="914400">
              <a:lnSpc>
                <a:spcPct val="100000"/>
              </a:lnSpc>
              <a:tabLst>
                <a:tab pos="0" algn="l"/>
              </a:tabLst>
            </a:pPr>
            <a:r>
              <a:rPr lang="es-ES" b="1" strike="noStrike" spc="-1" dirty="0">
                <a:solidFill>
                  <a:srgbClr val="363E61"/>
                </a:solidFill>
                <a:latin typeface="Century Gothic"/>
                <a:ea typeface="Century Gothic"/>
              </a:rPr>
              <a:t>Plata</a:t>
            </a:r>
            <a:endParaRPr lang="es-ES" b="0" strike="noStrike" spc="-1" dirty="0">
              <a:solidFill>
                <a:srgbClr val="000000"/>
              </a:solidFill>
              <a:latin typeface="Arial"/>
            </a:endParaRPr>
          </a:p>
        </p:txBody>
      </p:sp>
      <p:cxnSp>
        <p:nvCxnSpPr>
          <p:cNvPr id="45" name="Google Shape;264;p27">
            <a:extLst>
              <a:ext uri="{FF2B5EF4-FFF2-40B4-BE49-F238E27FC236}">
                <a16:creationId xmlns:a16="http://schemas.microsoft.com/office/drawing/2014/main" id="{DF9CCB8E-FB29-45AC-BB7C-BBA11C938CC7}"/>
              </a:ext>
            </a:extLst>
          </p:cNvPr>
          <p:cNvCxnSpPr>
            <a:cxnSpLocks/>
          </p:cNvCxnSpPr>
          <p:nvPr/>
        </p:nvCxnSpPr>
        <p:spPr>
          <a:xfrm>
            <a:off x="859520" y="4234598"/>
            <a:ext cx="10409115" cy="69127"/>
          </a:xfrm>
          <a:prstGeom prst="straightConnector1">
            <a:avLst/>
          </a:prstGeom>
          <a:ln w="12600">
            <a:solidFill>
              <a:schemeClr val="bg1">
                <a:lumMod val="75000"/>
              </a:schemeClr>
            </a:solidFill>
            <a:miter/>
          </a:ln>
        </p:spPr>
      </p:cxnSp>
      <p:sp>
        <p:nvSpPr>
          <p:cNvPr id="47" name="Google Shape;165;p20">
            <a:extLst>
              <a:ext uri="{FF2B5EF4-FFF2-40B4-BE49-F238E27FC236}">
                <a16:creationId xmlns:a16="http://schemas.microsoft.com/office/drawing/2014/main" id="{DC82FA48-0617-42D7-8DDC-7177D3186424}"/>
              </a:ext>
            </a:extLst>
          </p:cNvPr>
          <p:cNvSpPr/>
          <p:nvPr/>
        </p:nvSpPr>
        <p:spPr>
          <a:xfrm>
            <a:off x="1376024" y="4700525"/>
            <a:ext cx="984680" cy="276999"/>
          </a:xfrm>
          <a:prstGeom prst="rect">
            <a:avLst/>
          </a:prstGeom>
          <a:noFill/>
          <a:ln w="0">
            <a:noFill/>
          </a:ln>
        </p:spPr>
        <p:style>
          <a:lnRef idx="0">
            <a:scrgbClr r="0" g="0" b="0"/>
          </a:lnRef>
          <a:fillRef idx="0">
            <a:scrgbClr r="0" g="0" b="0"/>
          </a:fillRef>
          <a:effectRef idx="0">
            <a:scrgbClr r="0" g="0" b="0"/>
          </a:effectRef>
          <a:fontRef idx="minor"/>
        </p:style>
        <p:txBody>
          <a:bodyPr wrap="square" lIns="0" tIns="0" rIns="90000" bIns="0" anchor="t">
            <a:spAutoFit/>
          </a:bodyPr>
          <a:lstStyle/>
          <a:p>
            <a:pPr defTabSz="914400">
              <a:lnSpc>
                <a:spcPct val="100000"/>
              </a:lnSpc>
              <a:tabLst>
                <a:tab pos="0" algn="l"/>
              </a:tabLst>
            </a:pPr>
            <a:r>
              <a:rPr lang="es-ES" b="1" strike="noStrike" spc="-1" dirty="0">
                <a:solidFill>
                  <a:srgbClr val="363E61"/>
                </a:solidFill>
                <a:latin typeface="Century Gothic"/>
                <a:ea typeface="Century Gothic"/>
              </a:rPr>
              <a:t>Bronce</a:t>
            </a:r>
            <a:endParaRPr lang="es-ES" b="0" strike="noStrike" spc="-1" dirty="0">
              <a:solidFill>
                <a:srgbClr val="000000"/>
              </a:solidFill>
              <a:latin typeface="Arial"/>
            </a:endParaRPr>
          </a:p>
        </p:txBody>
      </p:sp>
      <p:pic>
        <p:nvPicPr>
          <p:cNvPr id="49" name="Google Shape;166;p20">
            <a:extLst>
              <a:ext uri="{FF2B5EF4-FFF2-40B4-BE49-F238E27FC236}">
                <a16:creationId xmlns:a16="http://schemas.microsoft.com/office/drawing/2014/main" id="{59965E8E-61A4-4113-A414-35193519422B}"/>
              </a:ext>
            </a:extLst>
          </p:cNvPr>
          <p:cNvPicPr>
            <a:picLocks noChangeAspect="1"/>
          </p:cNvPicPr>
          <p:nvPr/>
        </p:nvPicPr>
        <p:blipFill>
          <a:blip r:embed="rId4"/>
          <a:stretch/>
        </p:blipFill>
        <p:spPr>
          <a:xfrm>
            <a:off x="859520" y="2141288"/>
            <a:ext cx="399803" cy="518400"/>
          </a:xfrm>
          <a:prstGeom prst="rect">
            <a:avLst/>
          </a:prstGeom>
          <a:ln w="0">
            <a:noFill/>
          </a:ln>
        </p:spPr>
      </p:pic>
      <p:pic>
        <p:nvPicPr>
          <p:cNvPr id="31" name="Gráfico 30">
            <a:extLst>
              <a:ext uri="{FF2B5EF4-FFF2-40B4-BE49-F238E27FC236}">
                <a16:creationId xmlns:a16="http://schemas.microsoft.com/office/drawing/2014/main" id="{B85D2174-E310-45A8-93FF-0F533C0C2E91}"/>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756211" y="949933"/>
            <a:ext cx="2294964" cy="541464"/>
          </a:xfrm>
          <a:prstGeom prst="rect">
            <a:avLst/>
          </a:prstGeom>
        </p:spPr>
      </p:pic>
      <p:pic>
        <p:nvPicPr>
          <p:cNvPr id="35" name="Gráfico 34">
            <a:extLst>
              <a:ext uri="{FF2B5EF4-FFF2-40B4-BE49-F238E27FC236}">
                <a16:creationId xmlns:a16="http://schemas.microsoft.com/office/drawing/2014/main" id="{14722F07-98F4-488E-9E3E-E61920DF2D02}"/>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544235" y="1135863"/>
            <a:ext cx="2762249" cy="248958"/>
          </a:xfrm>
          <a:prstGeom prst="rect">
            <a:avLst/>
          </a:prstGeom>
        </p:spPr>
      </p:pic>
      <p:pic>
        <p:nvPicPr>
          <p:cNvPr id="51" name="Gráfico 50">
            <a:extLst>
              <a:ext uri="{FF2B5EF4-FFF2-40B4-BE49-F238E27FC236}">
                <a16:creationId xmlns:a16="http://schemas.microsoft.com/office/drawing/2014/main" id="{1EBE5002-BEB3-4F67-B692-7692411CAE1F}"/>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203390" y="2326685"/>
            <a:ext cx="2092138" cy="313821"/>
          </a:xfrm>
          <a:prstGeom prst="rect">
            <a:avLst/>
          </a:prstGeom>
        </p:spPr>
      </p:pic>
      <p:pic>
        <p:nvPicPr>
          <p:cNvPr id="53" name="Gráfico 52">
            <a:extLst>
              <a:ext uri="{FF2B5EF4-FFF2-40B4-BE49-F238E27FC236}">
                <a16:creationId xmlns:a16="http://schemas.microsoft.com/office/drawing/2014/main" id="{04B94A7B-8B7E-472E-AC78-D5D13A4BE2D0}"/>
              </a:ext>
            </a:extLst>
          </p:cNvPr>
          <p:cNvPicPr>
            <a:picLocks noChangeAspect="1"/>
          </p:cNvPicPr>
          <p:nvPr/>
        </p:nvPicPr>
        <p:blipFill>
          <a:blip r:embed="rId11" cstate="print">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5815473" y="2279283"/>
            <a:ext cx="1689029" cy="429013"/>
          </a:xfrm>
          <a:prstGeom prst="rect">
            <a:avLst/>
          </a:prstGeom>
        </p:spPr>
      </p:pic>
      <p:pic>
        <p:nvPicPr>
          <p:cNvPr id="55" name="Gráfico 54">
            <a:extLst>
              <a:ext uri="{FF2B5EF4-FFF2-40B4-BE49-F238E27FC236}">
                <a16:creationId xmlns:a16="http://schemas.microsoft.com/office/drawing/2014/main" id="{378DF7BF-8C91-486F-A963-85AA4240EEFD}"/>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8024447" y="2314264"/>
            <a:ext cx="1577151" cy="357892"/>
          </a:xfrm>
          <a:prstGeom prst="rect">
            <a:avLst/>
          </a:prstGeom>
        </p:spPr>
      </p:pic>
      <p:pic>
        <p:nvPicPr>
          <p:cNvPr id="57" name="Imagen 56">
            <a:extLst>
              <a:ext uri="{FF2B5EF4-FFF2-40B4-BE49-F238E27FC236}">
                <a16:creationId xmlns:a16="http://schemas.microsoft.com/office/drawing/2014/main" id="{DA541A10-B2BF-4F22-BE24-326267A7263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976192" y="2261156"/>
            <a:ext cx="1259044" cy="495224"/>
          </a:xfrm>
          <a:prstGeom prst="rect">
            <a:avLst/>
          </a:prstGeom>
        </p:spPr>
      </p:pic>
      <p:pic>
        <p:nvPicPr>
          <p:cNvPr id="59" name="Gráfico 58">
            <a:extLst>
              <a:ext uri="{FF2B5EF4-FFF2-40B4-BE49-F238E27FC236}">
                <a16:creationId xmlns:a16="http://schemas.microsoft.com/office/drawing/2014/main" id="{3AC89FBC-C55B-40D3-BE16-9E31F43BD89D}"/>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2979271" y="3534176"/>
            <a:ext cx="1564621" cy="211143"/>
          </a:xfrm>
          <a:prstGeom prst="rect">
            <a:avLst/>
          </a:prstGeom>
        </p:spPr>
      </p:pic>
      <p:pic>
        <p:nvPicPr>
          <p:cNvPr id="61" name="Imagen 60">
            <a:extLst>
              <a:ext uri="{FF2B5EF4-FFF2-40B4-BE49-F238E27FC236}">
                <a16:creationId xmlns:a16="http://schemas.microsoft.com/office/drawing/2014/main" id="{D4F29216-1B27-4080-A60F-CDAC5C35742E}"/>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4894729" y="3462393"/>
            <a:ext cx="1248552" cy="382889"/>
          </a:xfrm>
          <a:prstGeom prst="rect">
            <a:avLst/>
          </a:prstGeom>
        </p:spPr>
      </p:pic>
      <p:pic>
        <p:nvPicPr>
          <p:cNvPr id="63" name="Gráfico 62">
            <a:extLst>
              <a:ext uri="{FF2B5EF4-FFF2-40B4-BE49-F238E27FC236}">
                <a16:creationId xmlns:a16="http://schemas.microsoft.com/office/drawing/2014/main" id="{93669E44-8681-4BEB-A4A5-EAF73E21D04C}"/>
              </a:ext>
            </a:extLst>
          </p:cNvPr>
          <p:cNvPicPr>
            <a:picLocks noChangeAspect="1"/>
          </p:cNvPicPr>
          <p:nvPr/>
        </p:nvPicPr>
        <p: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6503348" y="3570036"/>
            <a:ext cx="1143000" cy="180975"/>
          </a:xfrm>
          <a:prstGeom prst="rect">
            <a:avLst/>
          </a:prstGeom>
        </p:spPr>
      </p:pic>
      <p:pic>
        <p:nvPicPr>
          <p:cNvPr id="321" name="Gráfico 320">
            <a:extLst>
              <a:ext uri="{FF2B5EF4-FFF2-40B4-BE49-F238E27FC236}">
                <a16:creationId xmlns:a16="http://schemas.microsoft.com/office/drawing/2014/main" id="{F9D73DD9-D4BC-4D15-8F86-E0DDA98E9AB7}"/>
              </a:ext>
            </a:extLst>
          </p:cNvPr>
          <p:cNvPicPr>
            <a:picLocks noChangeAspect="1"/>
          </p:cNvPicPr>
          <p:nvPr/>
        </p:nvPicPr>
        <p:blipFill>
          <a:blip r:embed="rId21" cstate="print">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8067599" y="3492826"/>
            <a:ext cx="1229921" cy="369855"/>
          </a:xfrm>
          <a:prstGeom prst="rect">
            <a:avLst/>
          </a:prstGeom>
        </p:spPr>
      </p:pic>
      <p:pic>
        <p:nvPicPr>
          <p:cNvPr id="323" name="Gráfico 322">
            <a:extLst>
              <a:ext uri="{FF2B5EF4-FFF2-40B4-BE49-F238E27FC236}">
                <a16:creationId xmlns:a16="http://schemas.microsoft.com/office/drawing/2014/main" id="{DD053685-9F7B-4AAD-B6FD-F6623E09A0F9}"/>
              </a:ext>
            </a:extLst>
          </p:cNvPr>
          <p:cNvPicPr>
            <a:picLocks noChangeAspect="1"/>
          </p:cNvPicPr>
          <p:nvPr/>
        </p:nvPicPr>
        <p:blipFill>
          <a:blip r:embed="rId23" cstate="print">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9718771" y="3528187"/>
            <a:ext cx="1255059" cy="283949"/>
          </a:xfrm>
          <a:prstGeom prst="rect">
            <a:avLst/>
          </a:prstGeom>
        </p:spPr>
      </p:pic>
      <p:pic>
        <p:nvPicPr>
          <p:cNvPr id="325" name="Gráfico 324">
            <a:extLst>
              <a:ext uri="{FF2B5EF4-FFF2-40B4-BE49-F238E27FC236}">
                <a16:creationId xmlns:a16="http://schemas.microsoft.com/office/drawing/2014/main" id="{4AA7C9AF-4621-49B6-BD6C-77ECEDF4106A}"/>
              </a:ext>
            </a:extLst>
          </p:cNvPr>
          <p:cNvPicPr>
            <a:picLocks noChangeAspect="1"/>
          </p:cNvPicPr>
          <p:nvPr/>
        </p:nvPicPr>
        <p:blipFill>
          <a:blip r:embed="rId25">
            <a:extLst>
              <a:ext uri="{28A0092B-C50C-407E-A947-70E740481C1C}">
                <a14:useLocalDpi xmlns:a14="http://schemas.microsoft.com/office/drawing/2010/main" val="0"/>
              </a:ext>
              <a:ext uri="{96DAC541-7B7A-43D3-8B79-37D633B846F1}">
                <asvg:svgBlip xmlns:asvg="http://schemas.microsoft.com/office/drawing/2016/SVG/main" r:embed="rId26"/>
              </a:ext>
            </a:extLst>
          </a:blip>
          <a:stretch>
            <a:fillRect/>
          </a:stretch>
        </p:blipFill>
        <p:spPr>
          <a:xfrm>
            <a:off x="2882602" y="4700525"/>
            <a:ext cx="1206033" cy="357834"/>
          </a:xfrm>
          <a:prstGeom prst="rect">
            <a:avLst/>
          </a:prstGeom>
        </p:spPr>
      </p:pic>
      <p:pic>
        <p:nvPicPr>
          <p:cNvPr id="327" name="Gráfico 326">
            <a:extLst>
              <a:ext uri="{FF2B5EF4-FFF2-40B4-BE49-F238E27FC236}">
                <a16:creationId xmlns:a16="http://schemas.microsoft.com/office/drawing/2014/main" id="{2ADFCB8D-CF49-4C01-8B21-E5E2259FD94B}"/>
              </a:ext>
            </a:extLst>
          </p:cNvPr>
          <p:cNvPicPr>
            <a:picLocks noChangeAspect="1"/>
          </p:cNvPicPr>
          <p:nvPr/>
        </p:nvPicPr>
        <p:blipFill>
          <a:blip r:embed="rId27">
            <a:extLst>
              <a:ext uri="{28A0092B-C50C-407E-A947-70E740481C1C}">
                <a14:useLocalDpi xmlns:a14="http://schemas.microsoft.com/office/drawing/2010/main" val="0"/>
              </a:ext>
              <a:ext uri="{96DAC541-7B7A-43D3-8B79-37D633B846F1}">
                <asvg:svgBlip xmlns:asvg="http://schemas.microsoft.com/office/drawing/2016/SVG/main" r:embed="rId28"/>
              </a:ext>
            </a:extLst>
          </a:blip>
          <a:stretch>
            <a:fillRect/>
          </a:stretch>
        </p:blipFill>
        <p:spPr>
          <a:xfrm>
            <a:off x="4428053" y="4686984"/>
            <a:ext cx="950260" cy="384915"/>
          </a:xfrm>
          <a:prstGeom prst="rect">
            <a:avLst/>
          </a:prstGeom>
        </p:spPr>
      </p:pic>
      <p:pic>
        <p:nvPicPr>
          <p:cNvPr id="329" name="Imagen 328">
            <a:extLst>
              <a:ext uri="{FF2B5EF4-FFF2-40B4-BE49-F238E27FC236}">
                <a16:creationId xmlns:a16="http://schemas.microsoft.com/office/drawing/2014/main" id="{CCD7AD25-800B-4103-B0B2-87935934A4B5}"/>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5776661" y="4710412"/>
            <a:ext cx="845141" cy="338057"/>
          </a:xfrm>
          <a:prstGeom prst="rect">
            <a:avLst/>
          </a:prstGeom>
        </p:spPr>
      </p:pic>
      <p:pic>
        <p:nvPicPr>
          <p:cNvPr id="331" name="Imagen 330">
            <a:extLst>
              <a:ext uri="{FF2B5EF4-FFF2-40B4-BE49-F238E27FC236}">
                <a16:creationId xmlns:a16="http://schemas.microsoft.com/office/drawing/2014/main" id="{8B99E417-7601-4CD7-8EB2-58CC4F9B77C4}"/>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7126903" y="4757234"/>
            <a:ext cx="1206033" cy="265328"/>
          </a:xfrm>
          <a:prstGeom prst="rect">
            <a:avLst/>
          </a:prstGeom>
        </p:spPr>
      </p:pic>
      <p:pic>
        <p:nvPicPr>
          <p:cNvPr id="333" name="Gráfico 332">
            <a:extLst>
              <a:ext uri="{FF2B5EF4-FFF2-40B4-BE49-F238E27FC236}">
                <a16:creationId xmlns:a16="http://schemas.microsoft.com/office/drawing/2014/main" id="{1BA6C8B9-732C-4254-9FA6-413B07DA8201}"/>
              </a:ext>
            </a:extLst>
          </p:cNvPr>
          <p:cNvPicPr>
            <a:picLocks noChangeAspect="1"/>
          </p:cNvPicPr>
          <p:nvPr/>
        </p:nvPicPr>
        <p:blipFill>
          <a:blip r:embed="rId31" cstate="print">
            <a:extLst>
              <a:ext uri="{28A0092B-C50C-407E-A947-70E740481C1C}">
                <a14:useLocalDpi xmlns:a14="http://schemas.microsoft.com/office/drawing/2010/main" val="0"/>
              </a:ext>
              <a:ext uri="{96DAC541-7B7A-43D3-8B79-37D633B846F1}">
                <asvg:svgBlip xmlns:asvg="http://schemas.microsoft.com/office/drawing/2016/SVG/main" r:embed="rId32"/>
              </a:ext>
            </a:extLst>
          </a:blip>
          <a:stretch>
            <a:fillRect/>
          </a:stretch>
        </p:blipFill>
        <p:spPr>
          <a:xfrm>
            <a:off x="8766755" y="4693618"/>
            <a:ext cx="1094256" cy="357530"/>
          </a:xfrm>
          <a:prstGeom prst="rect">
            <a:avLst/>
          </a:prstGeom>
        </p:spPr>
      </p:pic>
      <p:pic>
        <p:nvPicPr>
          <p:cNvPr id="335" name="Imagen 334">
            <a:extLst>
              <a:ext uri="{FF2B5EF4-FFF2-40B4-BE49-F238E27FC236}">
                <a16:creationId xmlns:a16="http://schemas.microsoft.com/office/drawing/2014/main" id="{73C7F6CD-A2C7-4866-8154-F1536E9124A8}"/>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10294830" y="4733356"/>
            <a:ext cx="952717" cy="292167"/>
          </a:xfrm>
          <a:prstGeom prst="rect">
            <a:avLst/>
          </a:prstGeom>
        </p:spPr>
      </p:pic>
      <p:pic>
        <p:nvPicPr>
          <p:cNvPr id="337" name="Imagen 336">
            <a:extLst>
              <a:ext uri="{FF2B5EF4-FFF2-40B4-BE49-F238E27FC236}">
                <a16:creationId xmlns:a16="http://schemas.microsoft.com/office/drawing/2014/main" id="{A6673142-8F4D-4E69-81A1-1DFAE262C039}"/>
              </a:ext>
            </a:extLst>
          </p:cNvPr>
          <p:cNvPicPr>
            <a:picLocks noChangeAspect="1"/>
          </p:cNvPicPr>
          <p:nvPr/>
        </p:nvPicPr>
        <p:blipFill>
          <a:blip r:embed="rId34">
            <a:extLst>
              <a:ext uri="{28A0092B-C50C-407E-A947-70E740481C1C}">
                <a14:useLocalDpi xmlns:a14="http://schemas.microsoft.com/office/drawing/2010/main" val="0"/>
              </a:ext>
            </a:extLst>
          </a:blip>
          <a:stretch>
            <a:fillRect/>
          </a:stretch>
        </p:blipFill>
        <p:spPr>
          <a:xfrm>
            <a:off x="3530440" y="5311784"/>
            <a:ext cx="952717" cy="431899"/>
          </a:xfrm>
          <a:prstGeom prst="rect">
            <a:avLst/>
          </a:prstGeom>
        </p:spPr>
      </p:pic>
      <p:pic>
        <p:nvPicPr>
          <p:cNvPr id="339" name="Gráfico 338">
            <a:extLst>
              <a:ext uri="{FF2B5EF4-FFF2-40B4-BE49-F238E27FC236}">
                <a16:creationId xmlns:a16="http://schemas.microsoft.com/office/drawing/2014/main" id="{9575129D-BA33-439C-866C-0B4D8CC4778B}"/>
              </a:ext>
            </a:extLst>
          </p:cNvPr>
          <p:cNvPicPr>
            <a:picLocks noChangeAspect="1"/>
          </p:cNvPicPr>
          <p:nvPr/>
        </p:nvPicPr>
        <p:blipFill>
          <a:blip r:embed="rId35" cstate="print">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4948005" y="5319277"/>
            <a:ext cx="1360515" cy="401352"/>
          </a:xfrm>
          <a:prstGeom prst="rect">
            <a:avLst/>
          </a:prstGeom>
        </p:spPr>
      </p:pic>
      <p:pic>
        <p:nvPicPr>
          <p:cNvPr id="341" name="Gráfico 340">
            <a:extLst>
              <a:ext uri="{FF2B5EF4-FFF2-40B4-BE49-F238E27FC236}">
                <a16:creationId xmlns:a16="http://schemas.microsoft.com/office/drawing/2014/main" id="{B75BCBBE-E68C-4AB0-95EB-E6E66A4F85D6}"/>
              </a:ext>
            </a:extLst>
          </p:cNvPr>
          <p:cNvPicPr>
            <a:picLocks noChangeAspect="1"/>
          </p:cNvPicPr>
          <p:nvPr/>
        </p:nvPicPr>
        <p:blipFill>
          <a:blip r:embed="rId37" cstate="print">
            <a:extLst>
              <a:ext uri="{28A0092B-C50C-407E-A947-70E740481C1C}">
                <a14:useLocalDpi xmlns:a14="http://schemas.microsoft.com/office/drawing/2010/main" val="0"/>
              </a:ext>
              <a:ext uri="{96DAC541-7B7A-43D3-8B79-37D633B846F1}">
                <asvg:svgBlip xmlns:asvg="http://schemas.microsoft.com/office/drawing/2016/SVG/main" r:embed="rId38"/>
              </a:ext>
            </a:extLst>
          </a:blip>
          <a:stretch>
            <a:fillRect/>
          </a:stretch>
        </p:blipFill>
        <p:spPr>
          <a:xfrm>
            <a:off x="6796395" y="5466121"/>
            <a:ext cx="1000499" cy="184744"/>
          </a:xfrm>
          <a:prstGeom prst="rect">
            <a:avLst/>
          </a:prstGeom>
        </p:spPr>
      </p:pic>
      <p:pic>
        <p:nvPicPr>
          <p:cNvPr id="343" name="Gráfico 342">
            <a:extLst>
              <a:ext uri="{FF2B5EF4-FFF2-40B4-BE49-F238E27FC236}">
                <a16:creationId xmlns:a16="http://schemas.microsoft.com/office/drawing/2014/main" id="{60EBFE0B-33A7-4239-A543-7156994CDA25}"/>
              </a:ext>
            </a:extLst>
          </p:cNvPr>
          <p:cNvPicPr>
            <a:picLocks noChangeAspect="1"/>
          </p:cNvPicPr>
          <p:nvPr/>
        </p:nvPicPr>
        <p:blipFill>
          <a:blip r:embed="rId39" cstate="print">
            <a:extLst>
              <a:ext uri="{28A0092B-C50C-407E-A947-70E740481C1C}">
                <a14:useLocalDpi xmlns:a14="http://schemas.microsoft.com/office/drawing/2010/main" val="0"/>
              </a:ext>
              <a:ext uri="{96DAC541-7B7A-43D3-8B79-37D633B846F1}">
                <asvg:svgBlip xmlns:asvg="http://schemas.microsoft.com/office/drawing/2016/SVG/main" r:embed="rId40"/>
              </a:ext>
            </a:extLst>
          </a:blip>
          <a:stretch>
            <a:fillRect/>
          </a:stretch>
        </p:blipFill>
        <p:spPr>
          <a:xfrm>
            <a:off x="9909359" y="5486868"/>
            <a:ext cx="860586" cy="224865"/>
          </a:xfrm>
          <a:prstGeom prst="rect">
            <a:avLst/>
          </a:prstGeom>
        </p:spPr>
      </p:pic>
      <p:pic>
        <p:nvPicPr>
          <p:cNvPr id="345" name="Gráfico 344">
            <a:extLst>
              <a:ext uri="{FF2B5EF4-FFF2-40B4-BE49-F238E27FC236}">
                <a16:creationId xmlns:a16="http://schemas.microsoft.com/office/drawing/2014/main" id="{50E3AFCE-6DF1-4115-AD38-B64E0F5235D5}"/>
              </a:ext>
            </a:extLst>
          </p:cNvPr>
          <p:cNvPicPr>
            <a:picLocks noChangeAspect="1"/>
          </p:cNvPicPr>
          <p:nvPr/>
        </p:nvPicPr>
        <p:blipFill>
          <a:blip r:embed="rId41" cstate="print">
            <a:extLst>
              <a:ext uri="{28A0092B-C50C-407E-A947-70E740481C1C}">
                <a14:useLocalDpi xmlns:a14="http://schemas.microsoft.com/office/drawing/2010/main" val="0"/>
              </a:ext>
              <a:ext uri="{96DAC541-7B7A-43D3-8B79-37D633B846F1}">
                <asvg:svgBlip xmlns:asvg="http://schemas.microsoft.com/office/drawing/2016/SVG/main" r:embed="rId42"/>
              </a:ext>
            </a:extLst>
          </a:blip>
          <a:stretch>
            <a:fillRect/>
          </a:stretch>
        </p:blipFill>
        <p:spPr>
          <a:xfrm>
            <a:off x="8377758" y="5396782"/>
            <a:ext cx="1000499" cy="364924"/>
          </a:xfrm>
          <a:prstGeom prst="rect">
            <a:avLst/>
          </a:prstGeom>
        </p:spPr>
      </p:pic>
      <p:pic>
        <p:nvPicPr>
          <p:cNvPr id="347" name="Imagen 346">
            <a:extLst>
              <a:ext uri="{FF2B5EF4-FFF2-40B4-BE49-F238E27FC236}">
                <a16:creationId xmlns:a16="http://schemas.microsoft.com/office/drawing/2014/main" id="{C4EDB976-A560-4302-8AE0-130A9CE050AA}"/>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5523813" y="5988380"/>
            <a:ext cx="1350835" cy="135083"/>
          </a:xfrm>
          <a:prstGeom prst="rect">
            <a:avLst/>
          </a:prstGeom>
        </p:spPr>
      </p:pic>
      <p:pic>
        <p:nvPicPr>
          <p:cNvPr id="39" name="Google Shape;158;p19">
            <a:extLst>
              <a:ext uri="{FF2B5EF4-FFF2-40B4-BE49-F238E27FC236}">
                <a16:creationId xmlns:a16="http://schemas.microsoft.com/office/drawing/2014/main" id="{4AF24C6E-32A5-49C7-AEE6-24072AAC14E7}"/>
              </a:ext>
            </a:extLst>
          </p:cNvPr>
          <p:cNvPicPr>
            <a:picLocks noChangeAspect="1"/>
          </p:cNvPicPr>
          <p:nvPr/>
        </p:nvPicPr>
        <p:blipFill>
          <a:blip r:embed="rId44"/>
          <a:stretch/>
        </p:blipFill>
        <p:spPr>
          <a:xfrm flipH="1">
            <a:off x="859519" y="955127"/>
            <a:ext cx="397222" cy="518400"/>
          </a:xfrm>
          <a:prstGeom prst="rect">
            <a:avLst/>
          </a:prstGeom>
          <a:ln w="0">
            <a:noFill/>
          </a:ln>
        </p:spPr>
      </p:pic>
      <p:pic>
        <p:nvPicPr>
          <p:cNvPr id="40" name="Google Shape;167;p20">
            <a:extLst>
              <a:ext uri="{FF2B5EF4-FFF2-40B4-BE49-F238E27FC236}">
                <a16:creationId xmlns:a16="http://schemas.microsoft.com/office/drawing/2014/main" id="{C2F11DC5-03E3-49DC-92BA-675463BCAC3F}"/>
              </a:ext>
            </a:extLst>
          </p:cNvPr>
          <p:cNvPicPr>
            <a:picLocks noChangeAspect="1"/>
          </p:cNvPicPr>
          <p:nvPr/>
        </p:nvPicPr>
        <p:blipFill>
          <a:blip r:embed="rId45"/>
          <a:stretch/>
        </p:blipFill>
        <p:spPr>
          <a:xfrm>
            <a:off x="847024" y="3355287"/>
            <a:ext cx="399803" cy="518400"/>
          </a:xfrm>
          <a:prstGeom prst="rect">
            <a:avLst/>
          </a:prstGeom>
          <a:ln w="0">
            <a:noFill/>
          </a:ln>
        </p:spPr>
      </p:pic>
      <p:pic>
        <p:nvPicPr>
          <p:cNvPr id="43" name="Google Shape;168;p20">
            <a:extLst>
              <a:ext uri="{FF2B5EF4-FFF2-40B4-BE49-F238E27FC236}">
                <a16:creationId xmlns:a16="http://schemas.microsoft.com/office/drawing/2014/main" id="{3EF173A6-3FB8-45C2-B94A-30FB21CE9F7E}"/>
              </a:ext>
            </a:extLst>
          </p:cNvPr>
          <p:cNvPicPr>
            <a:picLocks noChangeAspect="1"/>
          </p:cNvPicPr>
          <p:nvPr/>
        </p:nvPicPr>
        <p:blipFill>
          <a:blip r:embed="rId46"/>
          <a:stretch/>
        </p:blipFill>
        <p:spPr>
          <a:xfrm>
            <a:off x="847024" y="4586517"/>
            <a:ext cx="399803" cy="518400"/>
          </a:xfrm>
          <a:prstGeom prst="rect">
            <a:avLst/>
          </a:prstGeom>
          <a:ln w="0">
            <a:noFill/>
          </a:ln>
        </p:spPr>
      </p:pic>
    </p:spTree>
    <p:extLst>
      <p:ext uri="{BB962C8B-B14F-4D97-AF65-F5344CB8AC3E}">
        <p14:creationId xmlns:p14="http://schemas.microsoft.com/office/powerpoint/2010/main" val="9765657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384" name="Google Shape;399;p34"/>
          <p:cNvSpPr/>
          <p:nvPr/>
        </p:nvSpPr>
        <p:spPr>
          <a:xfrm>
            <a:off x="303120" y="865080"/>
            <a:ext cx="11574000" cy="1308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4000" b="1" strike="noStrike" spc="-1">
                <a:solidFill>
                  <a:schemeClr val="lt1"/>
                </a:solidFill>
                <a:latin typeface="Century Gothic"/>
                <a:ea typeface="Century Gothic"/>
              </a:rPr>
              <a:t>Muchas gracias :)</a:t>
            </a:r>
            <a:endParaRPr lang="es-ES" sz="4000" b="0" strike="noStrike" spc="-1">
              <a:solidFill>
                <a:srgbClr val="FFFFFF"/>
              </a:solidFill>
              <a:latin typeface="Arial"/>
            </a:endParaRPr>
          </a:p>
          <a:p>
            <a:pPr algn="ctr" defTabSz="914400">
              <a:lnSpc>
                <a:spcPct val="100000"/>
              </a:lnSpc>
              <a:tabLst>
                <a:tab pos="0" algn="l"/>
              </a:tabLst>
            </a:pPr>
            <a:r>
              <a:rPr lang="es-ES" sz="4000" b="1" strike="noStrike" spc="-1">
                <a:solidFill>
                  <a:schemeClr val="lt1"/>
                </a:solidFill>
                <a:latin typeface="Century Gothic"/>
                <a:ea typeface="Century Gothic"/>
              </a:rPr>
              <a:t>Thank you :)</a:t>
            </a:r>
            <a:endParaRPr lang="es-ES" sz="4000" b="0" strike="noStrike" spc="-1">
              <a:solidFill>
                <a:srgbClr val="FFFFFF"/>
              </a:solidFill>
              <a:latin typeface="Arial"/>
            </a:endParaRPr>
          </a:p>
        </p:txBody>
      </p:sp>
      <p:sp>
        <p:nvSpPr>
          <p:cNvPr id="385" name="Google Shape;400;p34"/>
          <p:cNvSpPr/>
          <p:nvPr/>
        </p:nvSpPr>
        <p:spPr>
          <a:xfrm>
            <a:off x="-16200" y="6144480"/>
            <a:ext cx="12209760" cy="698400"/>
          </a:xfrm>
          <a:prstGeom prst="rect">
            <a:avLst/>
          </a:pr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s-ES" sz="1400" b="0" strike="noStrike" spc="-1">
              <a:solidFill>
                <a:srgbClr val="000000"/>
              </a:solidFill>
              <a:latin typeface="Arial"/>
              <a:ea typeface="DejaVu Sans"/>
            </a:endParaRPr>
          </a:p>
        </p:txBody>
      </p:sp>
      <p:sp>
        <p:nvSpPr>
          <p:cNvPr id="386" name="Google Shape;401;p34"/>
          <p:cNvSpPr/>
          <p:nvPr/>
        </p:nvSpPr>
        <p:spPr>
          <a:xfrm>
            <a:off x="1125720" y="6299640"/>
            <a:ext cx="9914040" cy="318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tabLst>
                <a:tab pos="0" algn="l"/>
              </a:tabLst>
            </a:pPr>
            <a:r>
              <a:rPr lang="es-ES" sz="1500" b="1" strike="noStrike" spc="-1">
                <a:solidFill>
                  <a:srgbClr val="363E61"/>
                </a:solidFill>
                <a:latin typeface="Century Gothic"/>
                <a:ea typeface="Century Gothic"/>
              </a:rPr>
              <a:t>Este evento está organizado por la AED mediante un convenio de colaboración con la Amtega.</a:t>
            </a:r>
            <a:endParaRPr lang="es-ES" sz="1500" b="0" strike="noStrike" spc="-1">
              <a:solidFill>
                <a:srgbClr val="FFFFFF"/>
              </a:solidFill>
              <a:latin typeface="Arial"/>
            </a:endParaRPr>
          </a:p>
        </p:txBody>
      </p:sp>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4.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5.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6.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7.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8.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425</TotalTime>
  <Words>2312</Words>
  <Application>Microsoft Office PowerPoint</Application>
  <PresentationFormat>Panorámica</PresentationFormat>
  <Paragraphs>389</Paragraphs>
  <Slides>44</Slides>
  <Notes>15</Notes>
  <HiddenSlides>0</HiddenSlides>
  <MMClips>0</MMClips>
  <ScaleCrop>false</ScaleCrop>
  <HeadingPairs>
    <vt:vector size="6" baseType="variant">
      <vt:variant>
        <vt:lpstr>Fuentes usadas</vt:lpstr>
      </vt:variant>
      <vt:variant>
        <vt:i4>9</vt:i4>
      </vt:variant>
      <vt:variant>
        <vt:lpstr>Tema</vt:lpstr>
      </vt:variant>
      <vt:variant>
        <vt:i4>7</vt:i4>
      </vt:variant>
      <vt:variant>
        <vt:lpstr>Títulos de diapositiva</vt:lpstr>
      </vt:variant>
      <vt:variant>
        <vt:i4>44</vt:i4>
      </vt:variant>
    </vt:vector>
  </HeadingPairs>
  <TitlesOfParts>
    <vt:vector size="60" baseType="lpstr">
      <vt:lpstr>Arial</vt:lpstr>
      <vt:lpstr>Calibri</vt:lpstr>
      <vt:lpstr>Century Gothic</vt:lpstr>
      <vt:lpstr>Open Sans</vt:lpstr>
      <vt:lpstr>OpenSymbol</vt:lpstr>
      <vt:lpstr>Symbol</vt:lpstr>
      <vt:lpstr>Tahoma</vt:lpstr>
      <vt:lpstr>Times New Roman</vt:lpstr>
      <vt:lpstr>Wingdings</vt:lpstr>
      <vt:lpstr>Tema de Office</vt:lpstr>
      <vt:lpstr>Tema de Office</vt:lpstr>
      <vt:lpstr>Tema de Office</vt:lpstr>
      <vt:lpstr>Tema de Office</vt:lpstr>
      <vt:lpstr>Tema de Office</vt:lpstr>
      <vt:lpstr>Tema de Office</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Usuario</dc:creator>
  <dc:description/>
  <cp:lastModifiedBy>Usuario</cp:lastModifiedBy>
  <cp:revision>155</cp:revision>
  <dcterms:modified xsi:type="dcterms:W3CDTF">2025-09-17T15:09:09Z</dcterms:modified>
  <dc:language>es-ES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14</vt:i4>
  </property>
  <property fmtid="{D5CDD505-2E9C-101B-9397-08002B2CF9AE}" pid="3" name="PresentationFormat">
    <vt:lpwstr>Panorámica</vt:lpwstr>
  </property>
  <property fmtid="{D5CDD505-2E9C-101B-9397-08002B2CF9AE}" pid="4" name="Slides">
    <vt:i4>37</vt:i4>
  </property>
</Properties>
</file>